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Lst>
  <p:sldSz cy="32918400" cx="43891200"/>
  <p:notesSz cx="7010400" cy="92964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0368">
          <p15:clr>
            <a:srgbClr val="A4A3A4"/>
          </p15:clr>
        </p15:guide>
        <p15:guide id="2"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24C542E-5F82-4821-96A9-376BD0B4B0A0}">
  <a:tblStyle styleId="{124C542E-5F82-4821-96A9-376BD0B4B0A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0368" orient="horz"/>
        <p:guide pos="13824"/>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701040" y="4415790"/>
            <a:ext cx="5608320" cy="4183380"/>
          </a:xfrm>
          <a:prstGeom prst="rect">
            <a:avLst/>
          </a:prstGeom>
          <a:noFill/>
          <a:ln>
            <a:noFill/>
          </a:ln>
        </p:spPr>
        <p:txBody>
          <a:bodyPr anchorCtr="0" anchor="t" bIns="93150" lIns="93150" spcFirstLastPara="1" rIns="93150" wrap="square" tIns="93150">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1181100" y="696913"/>
            <a:ext cx="4648200" cy="34861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701040" y="4415790"/>
            <a:ext cx="5608320" cy="4183380"/>
          </a:xfrm>
          <a:prstGeom prst="rect">
            <a:avLst/>
          </a:prstGeom>
          <a:noFill/>
          <a:ln>
            <a:noFill/>
          </a:ln>
        </p:spPr>
        <p:txBody>
          <a:bodyPr anchorCtr="0" anchor="t" bIns="93150" lIns="93150" spcFirstLastPara="1" rIns="93150" wrap="square" tIns="93150">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9" name="Google Shape;9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 name="Shape 9"/>
        <p:cNvGrpSpPr/>
        <p:nvPr/>
      </p:nvGrpSpPr>
      <p:grpSpPr>
        <a:xfrm>
          <a:off x="0" y="0"/>
          <a:ext cx="0" cy="0"/>
          <a:chOff x="0" y="0"/>
          <a:chExt cx="0" cy="0"/>
        </a:xfrm>
      </p:grpSpPr>
      <p:sp>
        <p:nvSpPr>
          <p:cNvPr id="10" name="Google Shape;10;p2"/>
          <p:cNvSpPr txBox="1"/>
          <p:nvPr>
            <p:ph idx="12" type="sldNum"/>
          </p:nvPr>
        </p:nvSpPr>
        <p:spPr>
          <a:xfrm>
            <a:off x="40667798" y="29844588"/>
            <a:ext cx="2633700" cy="2519100"/>
          </a:xfrm>
          <a:prstGeom prst="rect">
            <a:avLst/>
          </a:prstGeom>
          <a:noFill/>
          <a:ln>
            <a:noFill/>
          </a:ln>
        </p:spPr>
        <p:txBody>
          <a:bodyPr anchorCtr="0" anchor="ctr" bIns="487600" lIns="487600" spcFirstLastPara="1" rIns="487600" wrap="square" tIns="487600">
            <a:normAutofit/>
          </a:bodyPr>
          <a:lstStyle>
            <a:lvl1pPr indent="0" lvl="0"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
          <p:cNvSpPr txBox="1"/>
          <p:nvPr>
            <p:ph type="ctrTitle"/>
          </p:nvPr>
        </p:nvSpPr>
        <p:spPr>
          <a:xfrm>
            <a:off x="1496200" y="4765280"/>
            <a:ext cx="40899000" cy="13136700"/>
          </a:xfrm>
          <a:prstGeom prst="rect">
            <a:avLst/>
          </a:prstGeom>
          <a:noFill/>
          <a:ln>
            <a:noFill/>
          </a:ln>
        </p:spPr>
        <p:txBody>
          <a:bodyPr anchorCtr="0" anchor="b" bIns="487600" lIns="487600" spcFirstLastPara="1" rIns="487600" wrap="square" tIns="487600">
            <a:normAutofit/>
          </a:bodyPr>
          <a:lstStyle>
            <a:lvl1pPr lvl="0" algn="ctr">
              <a:lnSpc>
                <a:spcPct val="100000"/>
              </a:lnSpc>
              <a:spcBef>
                <a:spcPts val="0"/>
              </a:spcBef>
              <a:spcAft>
                <a:spcPts val="0"/>
              </a:spcAft>
              <a:buSzPts val="27700"/>
              <a:buNone/>
              <a:defRPr sz="27700"/>
            </a:lvl1pPr>
            <a:lvl2pPr lvl="1" algn="ctr">
              <a:lnSpc>
                <a:spcPct val="100000"/>
              </a:lnSpc>
              <a:spcBef>
                <a:spcPts val="0"/>
              </a:spcBef>
              <a:spcAft>
                <a:spcPts val="0"/>
              </a:spcAft>
              <a:buSzPts val="27700"/>
              <a:buNone/>
              <a:defRPr sz="27700"/>
            </a:lvl2pPr>
            <a:lvl3pPr lvl="2" algn="ctr">
              <a:lnSpc>
                <a:spcPct val="100000"/>
              </a:lnSpc>
              <a:spcBef>
                <a:spcPts val="0"/>
              </a:spcBef>
              <a:spcAft>
                <a:spcPts val="0"/>
              </a:spcAft>
              <a:buSzPts val="27700"/>
              <a:buNone/>
              <a:defRPr sz="27700"/>
            </a:lvl3pPr>
            <a:lvl4pPr lvl="3" algn="ctr">
              <a:lnSpc>
                <a:spcPct val="100000"/>
              </a:lnSpc>
              <a:spcBef>
                <a:spcPts val="0"/>
              </a:spcBef>
              <a:spcAft>
                <a:spcPts val="0"/>
              </a:spcAft>
              <a:buSzPts val="27700"/>
              <a:buNone/>
              <a:defRPr sz="27700"/>
            </a:lvl4pPr>
            <a:lvl5pPr lvl="4" algn="ctr">
              <a:lnSpc>
                <a:spcPct val="100000"/>
              </a:lnSpc>
              <a:spcBef>
                <a:spcPts val="0"/>
              </a:spcBef>
              <a:spcAft>
                <a:spcPts val="0"/>
              </a:spcAft>
              <a:buSzPts val="27700"/>
              <a:buNone/>
              <a:defRPr sz="27700"/>
            </a:lvl5pPr>
            <a:lvl6pPr lvl="5" algn="ctr">
              <a:lnSpc>
                <a:spcPct val="100000"/>
              </a:lnSpc>
              <a:spcBef>
                <a:spcPts val="0"/>
              </a:spcBef>
              <a:spcAft>
                <a:spcPts val="0"/>
              </a:spcAft>
              <a:buSzPts val="27700"/>
              <a:buNone/>
              <a:defRPr sz="27700"/>
            </a:lvl6pPr>
            <a:lvl7pPr lvl="6" algn="ctr">
              <a:lnSpc>
                <a:spcPct val="100000"/>
              </a:lnSpc>
              <a:spcBef>
                <a:spcPts val="0"/>
              </a:spcBef>
              <a:spcAft>
                <a:spcPts val="0"/>
              </a:spcAft>
              <a:buSzPts val="27700"/>
              <a:buNone/>
              <a:defRPr sz="27700"/>
            </a:lvl7pPr>
            <a:lvl8pPr lvl="7" algn="ctr">
              <a:lnSpc>
                <a:spcPct val="100000"/>
              </a:lnSpc>
              <a:spcBef>
                <a:spcPts val="0"/>
              </a:spcBef>
              <a:spcAft>
                <a:spcPts val="0"/>
              </a:spcAft>
              <a:buSzPts val="27700"/>
              <a:buNone/>
              <a:defRPr sz="27700"/>
            </a:lvl8pPr>
            <a:lvl9pPr lvl="8" algn="ctr">
              <a:lnSpc>
                <a:spcPct val="100000"/>
              </a:lnSpc>
              <a:spcBef>
                <a:spcPts val="0"/>
              </a:spcBef>
              <a:spcAft>
                <a:spcPts val="0"/>
              </a:spcAft>
              <a:buSzPts val="27700"/>
              <a:buNone/>
              <a:defRPr sz="27700"/>
            </a:lvl9pPr>
          </a:lstStyle>
          <a:p/>
        </p:txBody>
      </p:sp>
      <p:sp>
        <p:nvSpPr>
          <p:cNvPr id="13" name="Google Shape;13;p3"/>
          <p:cNvSpPr txBox="1"/>
          <p:nvPr>
            <p:ph idx="1" type="subTitle"/>
          </p:nvPr>
        </p:nvSpPr>
        <p:spPr>
          <a:xfrm>
            <a:off x="1496160" y="18138400"/>
            <a:ext cx="40899000" cy="5072700"/>
          </a:xfrm>
          <a:prstGeom prst="rect">
            <a:avLst/>
          </a:prstGeom>
          <a:noFill/>
          <a:ln>
            <a:noFill/>
          </a:ln>
        </p:spPr>
        <p:txBody>
          <a:bodyPr anchorCtr="0" anchor="t" bIns="487600" lIns="487600" spcFirstLastPara="1" rIns="487600" wrap="square" tIns="487600">
            <a:normAutofit/>
          </a:bodyPr>
          <a:lstStyle>
            <a:lvl1pPr lvl="0" algn="ctr">
              <a:lnSpc>
                <a:spcPct val="100000"/>
              </a:lnSpc>
              <a:spcBef>
                <a:spcPts val="0"/>
              </a:spcBef>
              <a:spcAft>
                <a:spcPts val="0"/>
              </a:spcAft>
              <a:buSzPts val="14900"/>
              <a:buNone/>
              <a:defRPr sz="14900"/>
            </a:lvl1pPr>
            <a:lvl2pPr lvl="1" algn="ctr">
              <a:lnSpc>
                <a:spcPct val="100000"/>
              </a:lnSpc>
              <a:spcBef>
                <a:spcPts val="0"/>
              </a:spcBef>
              <a:spcAft>
                <a:spcPts val="0"/>
              </a:spcAft>
              <a:buSzPts val="14900"/>
              <a:buNone/>
              <a:defRPr sz="14900"/>
            </a:lvl2pPr>
            <a:lvl3pPr lvl="2" algn="ctr">
              <a:lnSpc>
                <a:spcPct val="100000"/>
              </a:lnSpc>
              <a:spcBef>
                <a:spcPts val="0"/>
              </a:spcBef>
              <a:spcAft>
                <a:spcPts val="0"/>
              </a:spcAft>
              <a:buSzPts val="14900"/>
              <a:buNone/>
              <a:defRPr sz="14900"/>
            </a:lvl3pPr>
            <a:lvl4pPr lvl="3" algn="ctr">
              <a:lnSpc>
                <a:spcPct val="100000"/>
              </a:lnSpc>
              <a:spcBef>
                <a:spcPts val="0"/>
              </a:spcBef>
              <a:spcAft>
                <a:spcPts val="0"/>
              </a:spcAft>
              <a:buSzPts val="14900"/>
              <a:buNone/>
              <a:defRPr sz="14900"/>
            </a:lvl4pPr>
            <a:lvl5pPr lvl="4" algn="ctr">
              <a:lnSpc>
                <a:spcPct val="100000"/>
              </a:lnSpc>
              <a:spcBef>
                <a:spcPts val="0"/>
              </a:spcBef>
              <a:spcAft>
                <a:spcPts val="0"/>
              </a:spcAft>
              <a:buSzPts val="14900"/>
              <a:buNone/>
              <a:defRPr sz="14900"/>
            </a:lvl5pPr>
            <a:lvl6pPr lvl="5" algn="ctr">
              <a:lnSpc>
                <a:spcPct val="100000"/>
              </a:lnSpc>
              <a:spcBef>
                <a:spcPts val="0"/>
              </a:spcBef>
              <a:spcAft>
                <a:spcPts val="0"/>
              </a:spcAft>
              <a:buSzPts val="14900"/>
              <a:buNone/>
              <a:defRPr sz="14900"/>
            </a:lvl6pPr>
            <a:lvl7pPr lvl="6" algn="ctr">
              <a:lnSpc>
                <a:spcPct val="100000"/>
              </a:lnSpc>
              <a:spcBef>
                <a:spcPts val="0"/>
              </a:spcBef>
              <a:spcAft>
                <a:spcPts val="0"/>
              </a:spcAft>
              <a:buSzPts val="14900"/>
              <a:buNone/>
              <a:defRPr sz="14900"/>
            </a:lvl7pPr>
            <a:lvl8pPr lvl="7" algn="ctr">
              <a:lnSpc>
                <a:spcPct val="100000"/>
              </a:lnSpc>
              <a:spcBef>
                <a:spcPts val="0"/>
              </a:spcBef>
              <a:spcAft>
                <a:spcPts val="0"/>
              </a:spcAft>
              <a:buSzPts val="14900"/>
              <a:buNone/>
              <a:defRPr sz="14900"/>
            </a:lvl8pPr>
            <a:lvl9pPr lvl="8" algn="ctr">
              <a:lnSpc>
                <a:spcPct val="100000"/>
              </a:lnSpc>
              <a:spcBef>
                <a:spcPts val="0"/>
              </a:spcBef>
              <a:spcAft>
                <a:spcPts val="0"/>
              </a:spcAft>
              <a:buSzPts val="14900"/>
              <a:buNone/>
              <a:defRPr sz="14900"/>
            </a:lvl9pPr>
          </a:lstStyle>
          <a:p/>
        </p:txBody>
      </p:sp>
      <p:sp>
        <p:nvSpPr>
          <p:cNvPr id="14" name="Google Shape;14;p3"/>
          <p:cNvSpPr txBox="1"/>
          <p:nvPr>
            <p:ph idx="12" type="sldNum"/>
          </p:nvPr>
        </p:nvSpPr>
        <p:spPr>
          <a:xfrm>
            <a:off x="40667798" y="29844588"/>
            <a:ext cx="2633700" cy="2519100"/>
          </a:xfrm>
          <a:prstGeom prst="rect">
            <a:avLst/>
          </a:prstGeom>
          <a:noFill/>
          <a:ln>
            <a:noFill/>
          </a:ln>
        </p:spPr>
        <p:txBody>
          <a:bodyPr anchorCtr="0" anchor="ctr" bIns="487600" lIns="487600" spcFirstLastPara="1" rIns="487600" wrap="square" tIns="487600">
            <a:normAutofit/>
          </a:bodyPr>
          <a:lstStyle>
            <a:lvl1pPr indent="0" lvl="0"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4"/>
          <p:cNvSpPr txBox="1"/>
          <p:nvPr>
            <p:ph type="title"/>
          </p:nvPr>
        </p:nvSpPr>
        <p:spPr>
          <a:xfrm>
            <a:off x="1496160" y="13765440"/>
            <a:ext cx="40899000" cy="5387400"/>
          </a:xfrm>
          <a:prstGeom prst="rect">
            <a:avLst/>
          </a:prstGeom>
          <a:noFill/>
          <a:ln>
            <a:noFill/>
          </a:ln>
        </p:spPr>
        <p:txBody>
          <a:bodyPr anchorCtr="0" anchor="ctr" bIns="487600" lIns="487600" spcFirstLastPara="1" rIns="487600" wrap="square" tIns="487600">
            <a:normAutofit/>
          </a:bodyPr>
          <a:lstStyle>
            <a:lvl1pPr lvl="0" algn="ctr">
              <a:lnSpc>
                <a:spcPct val="100000"/>
              </a:lnSpc>
              <a:spcBef>
                <a:spcPts val="0"/>
              </a:spcBef>
              <a:spcAft>
                <a:spcPts val="0"/>
              </a:spcAft>
              <a:buSzPts val="19200"/>
              <a:buNone/>
              <a:defRPr sz="19200"/>
            </a:lvl1pPr>
            <a:lvl2pPr lvl="1" algn="ctr">
              <a:lnSpc>
                <a:spcPct val="100000"/>
              </a:lnSpc>
              <a:spcBef>
                <a:spcPts val="0"/>
              </a:spcBef>
              <a:spcAft>
                <a:spcPts val="0"/>
              </a:spcAft>
              <a:buSzPts val="19200"/>
              <a:buNone/>
              <a:defRPr sz="19200"/>
            </a:lvl2pPr>
            <a:lvl3pPr lvl="2" algn="ctr">
              <a:lnSpc>
                <a:spcPct val="100000"/>
              </a:lnSpc>
              <a:spcBef>
                <a:spcPts val="0"/>
              </a:spcBef>
              <a:spcAft>
                <a:spcPts val="0"/>
              </a:spcAft>
              <a:buSzPts val="19200"/>
              <a:buNone/>
              <a:defRPr sz="19200"/>
            </a:lvl3pPr>
            <a:lvl4pPr lvl="3" algn="ctr">
              <a:lnSpc>
                <a:spcPct val="100000"/>
              </a:lnSpc>
              <a:spcBef>
                <a:spcPts val="0"/>
              </a:spcBef>
              <a:spcAft>
                <a:spcPts val="0"/>
              </a:spcAft>
              <a:buSzPts val="19200"/>
              <a:buNone/>
              <a:defRPr sz="19200"/>
            </a:lvl4pPr>
            <a:lvl5pPr lvl="4" algn="ctr">
              <a:lnSpc>
                <a:spcPct val="100000"/>
              </a:lnSpc>
              <a:spcBef>
                <a:spcPts val="0"/>
              </a:spcBef>
              <a:spcAft>
                <a:spcPts val="0"/>
              </a:spcAft>
              <a:buSzPts val="19200"/>
              <a:buNone/>
              <a:defRPr sz="19200"/>
            </a:lvl5pPr>
            <a:lvl6pPr lvl="5" algn="ctr">
              <a:lnSpc>
                <a:spcPct val="100000"/>
              </a:lnSpc>
              <a:spcBef>
                <a:spcPts val="0"/>
              </a:spcBef>
              <a:spcAft>
                <a:spcPts val="0"/>
              </a:spcAft>
              <a:buSzPts val="19200"/>
              <a:buNone/>
              <a:defRPr sz="19200"/>
            </a:lvl6pPr>
            <a:lvl7pPr lvl="6" algn="ctr">
              <a:lnSpc>
                <a:spcPct val="100000"/>
              </a:lnSpc>
              <a:spcBef>
                <a:spcPts val="0"/>
              </a:spcBef>
              <a:spcAft>
                <a:spcPts val="0"/>
              </a:spcAft>
              <a:buSzPts val="19200"/>
              <a:buNone/>
              <a:defRPr sz="19200"/>
            </a:lvl7pPr>
            <a:lvl8pPr lvl="7" algn="ctr">
              <a:lnSpc>
                <a:spcPct val="100000"/>
              </a:lnSpc>
              <a:spcBef>
                <a:spcPts val="0"/>
              </a:spcBef>
              <a:spcAft>
                <a:spcPts val="0"/>
              </a:spcAft>
              <a:buSzPts val="19200"/>
              <a:buNone/>
              <a:defRPr sz="19200"/>
            </a:lvl8pPr>
            <a:lvl9pPr lvl="8" algn="ctr">
              <a:lnSpc>
                <a:spcPct val="100000"/>
              </a:lnSpc>
              <a:spcBef>
                <a:spcPts val="0"/>
              </a:spcBef>
              <a:spcAft>
                <a:spcPts val="0"/>
              </a:spcAft>
              <a:buSzPts val="19200"/>
              <a:buNone/>
              <a:defRPr sz="19200"/>
            </a:lvl9pPr>
          </a:lstStyle>
          <a:p/>
        </p:txBody>
      </p:sp>
      <p:sp>
        <p:nvSpPr>
          <p:cNvPr id="17" name="Google Shape;17;p4"/>
          <p:cNvSpPr txBox="1"/>
          <p:nvPr>
            <p:ph idx="12" type="sldNum"/>
          </p:nvPr>
        </p:nvSpPr>
        <p:spPr>
          <a:xfrm>
            <a:off x="40667798" y="29844588"/>
            <a:ext cx="2633700" cy="2519100"/>
          </a:xfrm>
          <a:prstGeom prst="rect">
            <a:avLst/>
          </a:prstGeom>
          <a:noFill/>
          <a:ln>
            <a:noFill/>
          </a:ln>
        </p:spPr>
        <p:txBody>
          <a:bodyPr anchorCtr="0" anchor="ctr" bIns="487600" lIns="487600" spcFirstLastPara="1" rIns="487600" wrap="square" tIns="487600">
            <a:normAutofit/>
          </a:bodyPr>
          <a:lstStyle>
            <a:lvl1pPr indent="0" lvl="0"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5"/>
          <p:cNvSpPr txBox="1"/>
          <p:nvPr>
            <p:ph type="title"/>
          </p:nvPr>
        </p:nvSpPr>
        <p:spPr>
          <a:xfrm>
            <a:off x="1496160" y="2848160"/>
            <a:ext cx="40899000" cy="3665400"/>
          </a:xfrm>
          <a:prstGeom prst="rect">
            <a:avLst/>
          </a:prstGeom>
          <a:noFill/>
          <a:ln>
            <a:noFill/>
          </a:ln>
        </p:spPr>
        <p:txBody>
          <a:bodyPr anchorCtr="0" anchor="t" bIns="487600" lIns="487600" spcFirstLastPara="1" rIns="487600" wrap="square" tIns="487600">
            <a:normAutofit/>
          </a:bodyPr>
          <a:lstStyle>
            <a:lvl1pPr lvl="0" algn="l">
              <a:lnSpc>
                <a:spcPct val="100000"/>
              </a:lnSpc>
              <a:spcBef>
                <a:spcPts val="0"/>
              </a:spcBef>
              <a:spcAft>
                <a:spcPts val="0"/>
              </a:spcAft>
              <a:buSzPts val="14900"/>
              <a:buNone/>
              <a:defRPr/>
            </a:lvl1pPr>
            <a:lvl2pPr lvl="1" algn="l">
              <a:lnSpc>
                <a:spcPct val="100000"/>
              </a:lnSpc>
              <a:spcBef>
                <a:spcPts val="0"/>
              </a:spcBef>
              <a:spcAft>
                <a:spcPts val="0"/>
              </a:spcAft>
              <a:buSzPts val="14900"/>
              <a:buNone/>
              <a:defRPr/>
            </a:lvl2pPr>
            <a:lvl3pPr lvl="2" algn="l">
              <a:lnSpc>
                <a:spcPct val="100000"/>
              </a:lnSpc>
              <a:spcBef>
                <a:spcPts val="0"/>
              </a:spcBef>
              <a:spcAft>
                <a:spcPts val="0"/>
              </a:spcAft>
              <a:buSzPts val="14900"/>
              <a:buNone/>
              <a:defRPr/>
            </a:lvl3pPr>
            <a:lvl4pPr lvl="3" algn="l">
              <a:lnSpc>
                <a:spcPct val="100000"/>
              </a:lnSpc>
              <a:spcBef>
                <a:spcPts val="0"/>
              </a:spcBef>
              <a:spcAft>
                <a:spcPts val="0"/>
              </a:spcAft>
              <a:buSzPts val="14900"/>
              <a:buNone/>
              <a:defRPr/>
            </a:lvl4pPr>
            <a:lvl5pPr lvl="4" algn="l">
              <a:lnSpc>
                <a:spcPct val="100000"/>
              </a:lnSpc>
              <a:spcBef>
                <a:spcPts val="0"/>
              </a:spcBef>
              <a:spcAft>
                <a:spcPts val="0"/>
              </a:spcAft>
              <a:buSzPts val="14900"/>
              <a:buNone/>
              <a:defRPr/>
            </a:lvl5pPr>
            <a:lvl6pPr lvl="5" algn="l">
              <a:lnSpc>
                <a:spcPct val="100000"/>
              </a:lnSpc>
              <a:spcBef>
                <a:spcPts val="0"/>
              </a:spcBef>
              <a:spcAft>
                <a:spcPts val="0"/>
              </a:spcAft>
              <a:buSzPts val="14900"/>
              <a:buNone/>
              <a:defRPr/>
            </a:lvl6pPr>
            <a:lvl7pPr lvl="6" algn="l">
              <a:lnSpc>
                <a:spcPct val="100000"/>
              </a:lnSpc>
              <a:spcBef>
                <a:spcPts val="0"/>
              </a:spcBef>
              <a:spcAft>
                <a:spcPts val="0"/>
              </a:spcAft>
              <a:buSzPts val="14900"/>
              <a:buNone/>
              <a:defRPr/>
            </a:lvl7pPr>
            <a:lvl8pPr lvl="7" algn="l">
              <a:lnSpc>
                <a:spcPct val="100000"/>
              </a:lnSpc>
              <a:spcBef>
                <a:spcPts val="0"/>
              </a:spcBef>
              <a:spcAft>
                <a:spcPts val="0"/>
              </a:spcAft>
              <a:buSzPts val="14900"/>
              <a:buNone/>
              <a:defRPr/>
            </a:lvl8pPr>
            <a:lvl9pPr lvl="8" algn="l">
              <a:lnSpc>
                <a:spcPct val="100000"/>
              </a:lnSpc>
              <a:spcBef>
                <a:spcPts val="0"/>
              </a:spcBef>
              <a:spcAft>
                <a:spcPts val="0"/>
              </a:spcAft>
              <a:buSzPts val="14900"/>
              <a:buNone/>
              <a:defRPr/>
            </a:lvl9pPr>
          </a:lstStyle>
          <a:p/>
        </p:txBody>
      </p:sp>
      <p:sp>
        <p:nvSpPr>
          <p:cNvPr id="20" name="Google Shape;20;p5"/>
          <p:cNvSpPr txBox="1"/>
          <p:nvPr>
            <p:ph idx="1" type="body"/>
          </p:nvPr>
        </p:nvSpPr>
        <p:spPr>
          <a:xfrm>
            <a:off x="1496160" y="7375840"/>
            <a:ext cx="40899000" cy="21864900"/>
          </a:xfrm>
          <a:prstGeom prst="rect">
            <a:avLst/>
          </a:prstGeom>
          <a:noFill/>
          <a:ln>
            <a:noFill/>
          </a:ln>
        </p:spPr>
        <p:txBody>
          <a:bodyPr anchorCtr="0" anchor="t" bIns="487600" lIns="487600" spcFirstLastPara="1" rIns="487600" wrap="square" tIns="487600">
            <a:normAutofit/>
          </a:bodyPr>
          <a:lstStyle>
            <a:lvl1pPr indent="-838200" lvl="0" marL="457200" algn="l">
              <a:lnSpc>
                <a:spcPct val="115000"/>
              </a:lnSpc>
              <a:spcBef>
                <a:spcPts val="0"/>
              </a:spcBef>
              <a:spcAft>
                <a:spcPts val="0"/>
              </a:spcAft>
              <a:buSzPts val="9600"/>
              <a:buChar char="●"/>
              <a:defRPr/>
            </a:lvl1pPr>
            <a:lvl2pPr indent="-704850" lvl="1" marL="914400" algn="l">
              <a:lnSpc>
                <a:spcPct val="115000"/>
              </a:lnSpc>
              <a:spcBef>
                <a:spcPts val="0"/>
              </a:spcBef>
              <a:spcAft>
                <a:spcPts val="0"/>
              </a:spcAft>
              <a:buSzPts val="7500"/>
              <a:buChar char="○"/>
              <a:defRPr/>
            </a:lvl2pPr>
            <a:lvl3pPr indent="-704850" lvl="2" marL="1371600" algn="l">
              <a:lnSpc>
                <a:spcPct val="115000"/>
              </a:lnSpc>
              <a:spcBef>
                <a:spcPts val="0"/>
              </a:spcBef>
              <a:spcAft>
                <a:spcPts val="0"/>
              </a:spcAft>
              <a:buSzPts val="7500"/>
              <a:buChar char="■"/>
              <a:defRPr/>
            </a:lvl3pPr>
            <a:lvl4pPr indent="-704850" lvl="3" marL="1828800" algn="l">
              <a:lnSpc>
                <a:spcPct val="115000"/>
              </a:lnSpc>
              <a:spcBef>
                <a:spcPts val="0"/>
              </a:spcBef>
              <a:spcAft>
                <a:spcPts val="0"/>
              </a:spcAft>
              <a:buSzPts val="7500"/>
              <a:buChar char="●"/>
              <a:defRPr/>
            </a:lvl4pPr>
            <a:lvl5pPr indent="-704850" lvl="4" marL="2286000" algn="l">
              <a:lnSpc>
                <a:spcPct val="115000"/>
              </a:lnSpc>
              <a:spcBef>
                <a:spcPts val="0"/>
              </a:spcBef>
              <a:spcAft>
                <a:spcPts val="0"/>
              </a:spcAft>
              <a:buSzPts val="7500"/>
              <a:buChar char="○"/>
              <a:defRPr/>
            </a:lvl5pPr>
            <a:lvl6pPr indent="-704850" lvl="5" marL="2743200" algn="l">
              <a:lnSpc>
                <a:spcPct val="115000"/>
              </a:lnSpc>
              <a:spcBef>
                <a:spcPts val="0"/>
              </a:spcBef>
              <a:spcAft>
                <a:spcPts val="0"/>
              </a:spcAft>
              <a:buSzPts val="7500"/>
              <a:buChar char="■"/>
              <a:defRPr/>
            </a:lvl6pPr>
            <a:lvl7pPr indent="-704850" lvl="6" marL="3200400" algn="l">
              <a:lnSpc>
                <a:spcPct val="115000"/>
              </a:lnSpc>
              <a:spcBef>
                <a:spcPts val="0"/>
              </a:spcBef>
              <a:spcAft>
                <a:spcPts val="0"/>
              </a:spcAft>
              <a:buSzPts val="7500"/>
              <a:buChar char="●"/>
              <a:defRPr/>
            </a:lvl7pPr>
            <a:lvl8pPr indent="-704850" lvl="7" marL="3657600" algn="l">
              <a:lnSpc>
                <a:spcPct val="115000"/>
              </a:lnSpc>
              <a:spcBef>
                <a:spcPts val="0"/>
              </a:spcBef>
              <a:spcAft>
                <a:spcPts val="0"/>
              </a:spcAft>
              <a:buSzPts val="7500"/>
              <a:buChar char="○"/>
              <a:defRPr/>
            </a:lvl8pPr>
            <a:lvl9pPr indent="-704850" lvl="8" marL="4114800" algn="l">
              <a:lnSpc>
                <a:spcPct val="115000"/>
              </a:lnSpc>
              <a:spcBef>
                <a:spcPts val="0"/>
              </a:spcBef>
              <a:spcAft>
                <a:spcPts val="0"/>
              </a:spcAft>
              <a:buSzPts val="7500"/>
              <a:buChar char="■"/>
              <a:defRPr/>
            </a:lvl9pPr>
          </a:lstStyle>
          <a:p/>
        </p:txBody>
      </p:sp>
      <p:sp>
        <p:nvSpPr>
          <p:cNvPr id="21" name="Google Shape;21;p5"/>
          <p:cNvSpPr txBox="1"/>
          <p:nvPr>
            <p:ph idx="12" type="sldNum"/>
          </p:nvPr>
        </p:nvSpPr>
        <p:spPr>
          <a:xfrm>
            <a:off x="40667798" y="29844588"/>
            <a:ext cx="2633700" cy="2519100"/>
          </a:xfrm>
          <a:prstGeom prst="rect">
            <a:avLst/>
          </a:prstGeom>
          <a:noFill/>
          <a:ln>
            <a:noFill/>
          </a:ln>
        </p:spPr>
        <p:txBody>
          <a:bodyPr anchorCtr="0" anchor="ctr" bIns="487600" lIns="487600" spcFirstLastPara="1" rIns="487600" wrap="square" tIns="487600">
            <a:normAutofit/>
          </a:bodyPr>
          <a:lstStyle>
            <a:lvl1pPr indent="0" lvl="0"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6"/>
          <p:cNvSpPr txBox="1"/>
          <p:nvPr>
            <p:ph type="title"/>
          </p:nvPr>
        </p:nvSpPr>
        <p:spPr>
          <a:xfrm>
            <a:off x="1496160" y="2848160"/>
            <a:ext cx="40899000" cy="3665400"/>
          </a:xfrm>
          <a:prstGeom prst="rect">
            <a:avLst/>
          </a:prstGeom>
          <a:noFill/>
          <a:ln>
            <a:noFill/>
          </a:ln>
        </p:spPr>
        <p:txBody>
          <a:bodyPr anchorCtr="0" anchor="t" bIns="487600" lIns="487600" spcFirstLastPara="1" rIns="487600" wrap="square" tIns="487600">
            <a:normAutofit/>
          </a:bodyPr>
          <a:lstStyle>
            <a:lvl1pPr lvl="0" algn="l">
              <a:lnSpc>
                <a:spcPct val="100000"/>
              </a:lnSpc>
              <a:spcBef>
                <a:spcPts val="0"/>
              </a:spcBef>
              <a:spcAft>
                <a:spcPts val="0"/>
              </a:spcAft>
              <a:buSzPts val="14900"/>
              <a:buNone/>
              <a:defRPr/>
            </a:lvl1pPr>
            <a:lvl2pPr lvl="1" algn="l">
              <a:lnSpc>
                <a:spcPct val="100000"/>
              </a:lnSpc>
              <a:spcBef>
                <a:spcPts val="0"/>
              </a:spcBef>
              <a:spcAft>
                <a:spcPts val="0"/>
              </a:spcAft>
              <a:buSzPts val="14900"/>
              <a:buNone/>
              <a:defRPr/>
            </a:lvl2pPr>
            <a:lvl3pPr lvl="2" algn="l">
              <a:lnSpc>
                <a:spcPct val="100000"/>
              </a:lnSpc>
              <a:spcBef>
                <a:spcPts val="0"/>
              </a:spcBef>
              <a:spcAft>
                <a:spcPts val="0"/>
              </a:spcAft>
              <a:buSzPts val="14900"/>
              <a:buNone/>
              <a:defRPr/>
            </a:lvl3pPr>
            <a:lvl4pPr lvl="3" algn="l">
              <a:lnSpc>
                <a:spcPct val="100000"/>
              </a:lnSpc>
              <a:spcBef>
                <a:spcPts val="0"/>
              </a:spcBef>
              <a:spcAft>
                <a:spcPts val="0"/>
              </a:spcAft>
              <a:buSzPts val="14900"/>
              <a:buNone/>
              <a:defRPr/>
            </a:lvl4pPr>
            <a:lvl5pPr lvl="4" algn="l">
              <a:lnSpc>
                <a:spcPct val="100000"/>
              </a:lnSpc>
              <a:spcBef>
                <a:spcPts val="0"/>
              </a:spcBef>
              <a:spcAft>
                <a:spcPts val="0"/>
              </a:spcAft>
              <a:buSzPts val="14900"/>
              <a:buNone/>
              <a:defRPr/>
            </a:lvl5pPr>
            <a:lvl6pPr lvl="5" algn="l">
              <a:lnSpc>
                <a:spcPct val="100000"/>
              </a:lnSpc>
              <a:spcBef>
                <a:spcPts val="0"/>
              </a:spcBef>
              <a:spcAft>
                <a:spcPts val="0"/>
              </a:spcAft>
              <a:buSzPts val="14900"/>
              <a:buNone/>
              <a:defRPr/>
            </a:lvl6pPr>
            <a:lvl7pPr lvl="6" algn="l">
              <a:lnSpc>
                <a:spcPct val="100000"/>
              </a:lnSpc>
              <a:spcBef>
                <a:spcPts val="0"/>
              </a:spcBef>
              <a:spcAft>
                <a:spcPts val="0"/>
              </a:spcAft>
              <a:buSzPts val="14900"/>
              <a:buNone/>
              <a:defRPr/>
            </a:lvl7pPr>
            <a:lvl8pPr lvl="7" algn="l">
              <a:lnSpc>
                <a:spcPct val="100000"/>
              </a:lnSpc>
              <a:spcBef>
                <a:spcPts val="0"/>
              </a:spcBef>
              <a:spcAft>
                <a:spcPts val="0"/>
              </a:spcAft>
              <a:buSzPts val="14900"/>
              <a:buNone/>
              <a:defRPr/>
            </a:lvl8pPr>
            <a:lvl9pPr lvl="8" algn="l">
              <a:lnSpc>
                <a:spcPct val="100000"/>
              </a:lnSpc>
              <a:spcBef>
                <a:spcPts val="0"/>
              </a:spcBef>
              <a:spcAft>
                <a:spcPts val="0"/>
              </a:spcAft>
              <a:buSzPts val="14900"/>
              <a:buNone/>
              <a:defRPr/>
            </a:lvl9pPr>
          </a:lstStyle>
          <a:p/>
        </p:txBody>
      </p:sp>
      <p:sp>
        <p:nvSpPr>
          <p:cNvPr id="24" name="Google Shape;24;p6"/>
          <p:cNvSpPr txBox="1"/>
          <p:nvPr>
            <p:ph idx="1" type="body"/>
          </p:nvPr>
        </p:nvSpPr>
        <p:spPr>
          <a:xfrm>
            <a:off x="1496160" y="7375840"/>
            <a:ext cx="19199400" cy="21864900"/>
          </a:xfrm>
          <a:prstGeom prst="rect">
            <a:avLst/>
          </a:prstGeom>
          <a:noFill/>
          <a:ln>
            <a:noFill/>
          </a:ln>
        </p:spPr>
        <p:txBody>
          <a:bodyPr anchorCtr="0" anchor="t" bIns="487600" lIns="487600" spcFirstLastPara="1" rIns="487600" wrap="square" tIns="487600">
            <a:normAutofit/>
          </a:bodyPr>
          <a:lstStyle>
            <a:lvl1pPr indent="-704850" lvl="0" marL="457200" algn="l">
              <a:lnSpc>
                <a:spcPct val="115000"/>
              </a:lnSpc>
              <a:spcBef>
                <a:spcPts val="0"/>
              </a:spcBef>
              <a:spcAft>
                <a:spcPts val="0"/>
              </a:spcAft>
              <a:buSzPts val="7500"/>
              <a:buChar char="●"/>
              <a:defRPr sz="7500"/>
            </a:lvl1pPr>
            <a:lvl2pPr indent="-635000" lvl="1" marL="914400" algn="l">
              <a:lnSpc>
                <a:spcPct val="115000"/>
              </a:lnSpc>
              <a:spcBef>
                <a:spcPts val="0"/>
              </a:spcBef>
              <a:spcAft>
                <a:spcPts val="0"/>
              </a:spcAft>
              <a:buSzPts val="6400"/>
              <a:buChar char="○"/>
              <a:defRPr sz="6400"/>
            </a:lvl2pPr>
            <a:lvl3pPr indent="-635000" lvl="2" marL="1371600" algn="l">
              <a:lnSpc>
                <a:spcPct val="115000"/>
              </a:lnSpc>
              <a:spcBef>
                <a:spcPts val="0"/>
              </a:spcBef>
              <a:spcAft>
                <a:spcPts val="0"/>
              </a:spcAft>
              <a:buSzPts val="6400"/>
              <a:buChar char="■"/>
              <a:defRPr sz="6400"/>
            </a:lvl3pPr>
            <a:lvl4pPr indent="-635000" lvl="3" marL="1828800" algn="l">
              <a:lnSpc>
                <a:spcPct val="115000"/>
              </a:lnSpc>
              <a:spcBef>
                <a:spcPts val="0"/>
              </a:spcBef>
              <a:spcAft>
                <a:spcPts val="0"/>
              </a:spcAft>
              <a:buSzPts val="6400"/>
              <a:buChar char="●"/>
              <a:defRPr sz="6400"/>
            </a:lvl4pPr>
            <a:lvl5pPr indent="-635000" lvl="4" marL="2286000" algn="l">
              <a:lnSpc>
                <a:spcPct val="115000"/>
              </a:lnSpc>
              <a:spcBef>
                <a:spcPts val="0"/>
              </a:spcBef>
              <a:spcAft>
                <a:spcPts val="0"/>
              </a:spcAft>
              <a:buSzPts val="6400"/>
              <a:buChar char="○"/>
              <a:defRPr sz="6400"/>
            </a:lvl5pPr>
            <a:lvl6pPr indent="-635000" lvl="5" marL="2743200" algn="l">
              <a:lnSpc>
                <a:spcPct val="115000"/>
              </a:lnSpc>
              <a:spcBef>
                <a:spcPts val="0"/>
              </a:spcBef>
              <a:spcAft>
                <a:spcPts val="0"/>
              </a:spcAft>
              <a:buSzPts val="6400"/>
              <a:buChar char="■"/>
              <a:defRPr sz="6400"/>
            </a:lvl6pPr>
            <a:lvl7pPr indent="-635000" lvl="6" marL="3200400" algn="l">
              <a:lnSpc>
                <a:spcPct val="115000"/>
              </a:lnSpc>
              <a:spcBef>
                <a:spcPts val="0"/>
              </a:spcBef>
              <a:spcAft>
                <a:spcPts val="0"/>
              </a:spcAft>
              <a:buSzPts val="6400"/>
              <a:buChar char="●"/>
              <a:defRPr sz="6400"/>
            </a:lvl7pPr>
            <a:lvl8pPr indent="-635000" lvl="7" marL="3657600" algn="l">
              <a:lnSpc>
                <a:spcPct val="115000"/>
              </a:lnSpc>
              <a:spcBef>
                <a:spcPts val="0"/>
              </a:spcBef>
              <a:spcAft>
                <a:spcPts val="0"/>
              </a:spcAft>
              <a:buSzPts val="6400"/>
              <a:buChar char="○"/>
              <a:defRPr sz="6400"/>
            </a:lvl8pPr>
            <a:lvl9pPr indent="-635000" lvl="8" marL="4114800" algn="l">
              <a:lnSpc>
                <a:spcPct val="115000"/>
              </a:lnSpc>
              <a:spcBef>
                <a:spcPts val="0"/>
              </a:spcBef>
              <a:spcAft>
                <a:spcPts val="0"/>
              </a:spcAft>
              <a:buSzPts val="6400"/>
              <a:buChar char="■"/>
              <a:defRPr sz="6400"/>
            </a:lvl9pPr>
          </a:lstStyle>
          <a:p/>
        </p:txBody>
      </p:sp>
      <p:sp>
        <p:nvSpPr>
          <p:cNvPr id="25" name="Google Shape;25;p6"/>
          <p:cNvSpPr txBox="1"/>
          <p:nvPr>
            <p:ph idx="2" type="body"/>
          </p:nvPr>
        </p:nvSpPr>
        <p:spPr>
          <a:xfrm>
            <a:off x="23195520" y="7375840"/>
            <a:ext cx="19199400" cy="21864900"/>
          </a:xfrm>
          <a:prstGeom prst="rect">
            <a:avLst/>
          </a:prstGeom>
          <a:noFill/>
          <a:ln>
            <a:noFill/>
          </a:ln>
        </p:spPr>
        <p:txBody>
          <a:bodyPr anchorCtr="0" anchor="t" bIns="487600" lIns="487600" spcFirstLastPara="1" rIns="487600" wrap="square" tIns="487600">
            <a:normAutofit/>
          </a:bodyPr>
          <a:lstStyle>
            <a:lvl1pPr indent="-704850" lvl="0" marL="457200" algn="l">
              <a:lnSpc>
                <a:spcPct val="115000"/>
              </a:lnSpc>
              <a:spcBef>
                <a:spcPts val="0"/>
              </a:spcBef>
              <a:spcAft>
                <a:spcPts val="0"/>
              </a:spcAft>
              <a:buSzPts val="7500"/>
              <a:buChar char="●"/>
              <a:defRPr sz="7500"/>
            </a:lvl1pPr>
            <a:lvl2pPr indent="-635000" lvl="1" marL="914400" algn="l">
              <a:lnSpc>
                <a:spcPct val="115000"/>
              </a:lnSpc>
              <a:spcBef>
                <a:spcPts val="0"/>
              </a:spcBef>
              <a:spcAft>
                <a:spcPts val="0"/>
              </a:spcAft>
              <a:buSzPts val="6400"/>
              <a:buChar char="○"/>
              <a:defRPr sz="6400"/>
            </a:lvl2pPr>
            <a:lvl3pPr indent="-635000" lvl="2" marL="1371600" algn="l">
              <a:lnSpc>
                <a:spcPct val="115000"/>
              </a:lnSpc>
              <a:spcBef>
                <a:spcPts val="0"/>
              </a:spcBef>
              <a:spcAft>
                <a:spcPts val="0"/>
              </a:spcAft>
              <a:buSzPts val="6400"/>
              <a:buChar char="■"/>
              <a:defRPr sz="6400"/>
            </a:lvl3pPr>
            <a:lvl4pPr indent="-635000" lvl="3" marL="1828800" algn="l">
              <a:lnSpc>
                <a:spcPct val="115000"/>
              </a:lnSpc>
              <a:spcBef>
                <a:spcPts val="0"/>
              </a:spcBef>
              <a:spcAft>
                <a:spcPts val="0"/>
              </a:spcAft>
              <a:buSzPts val="6400"/>
              <a:buChar char="●"/>
              <a:defRPr sz="6400"/>
            </a:lvl4pPr>
            <a:lvl5pPr indent="-635000" lvl="4" marL="2286000" algn="l">
              <a:lnSpc>
                <a:spcPct val="115000"/>
              </a:lnSpc>
              <a:spcBef>
                <a:spcPts val="0"/>
              </a:spcBef>
              <a:spcAft>
                <a:spcPts val="0"/>
              </a:spcAft>
              <a:buSzPts val="6400"/>
              <a:buChar char="○"/>
              <a:defRPr sz="6400"/>
            </a:lvl5pPr>
            <a:lvl6pPr indent="-635000" lvl="5" marL="2743200" algn="l">
              <a:lnSpc>
                <a:spcPct val="115000"/>
              </a:lnSpc>
              <a:spcBef>
                <a:spcPts val="0"/>
              </a:spcBef>
              <a:spcAft>
                <a:spcPts val="0"/>
              </a:spcAft>
              <a:buSzPts val="6400"/>
              <a:buChar char="■"/>
              <a:defRPr sz="6400"/>
            </a:lvl6pPr>
            <a:lvl7pPr indent="-635000" lvl="6" marL="3200400" algn="l">
              <a:lnSpc>
                <a:spcPct val="115000"/>
              </a:lnSpc>
              <a:spcBef>
                <a:spcPts val="0"/>
              </a:spcBef>
              <a:spcAft>
                <a:spcPts val="0"/>
              </a:spcAft>
              <a:buSzPts val="6400"/>
              <a:buChar char="●"/>
              <a:defRPr sz="6400"/>
            </a:lvl7pPr>
            <a:lvl8pPr indent="-635000" lvl="7" marL="3657600" algn="l">
              <a:lnSpc>
                <a:spcPct val="115000"/>
              </a:lnSpc>
              <a:spcBef>
                <a:spcPts val="0"/>
              </a:spcBef>
              <a:spcAft>
                <a:spcPts val="0"/>
              </a:spcAft>
              <a:buSzPts val="6400"/>
              <a:buChar char="○"/>
              <a:defRPr sz="6400"/>
            </a:lvl8pPr>
            <a:lvl9pPr indent="-635000" lvl="8" marL="4114800" algn="l">
              <a:lnSpc>
                <a:spcPct val="115000"/>
              </a:lnSpc>
              <a:spcBef>
                <a:spcPts val="0"/>
              </a:spcBef>
              <a:spcAft>
                <a:spcPts val="0"/>
              </a:spcAft>
              <a:buSzPts val="6400"/>
              <a:buChar char="■"/>
              <a:defRPr sz="6400"/>
            </a:lvl9pPr>
          </a:lstStyle>
          <a:p/>
        </p:txBody>
      </p:sp>
      <p:sp>
        <p:nvSpPr>
          <p:cNvPr id="26" name="Google Shape;26;p6"/>
          <p:cNvSpPr txBox="1"/>
          <p:nvPr>
            <p:ph idx="12" type="sldNum"/>
          </p:nvPr>
        </p:nvSpPr>
        <p:spPr>
          <a:xfrm>
            <a:off x="40667798" y="29844588"/>
            <a:ext cx="2633700" cy="2519100"/>
          </a:xfrm>
          <a:prstGeom prst="rect">
            <a:avLst/>
          </a:prstGeom>
          <a:noFill/>
          <a:ln>
            <a:noFill/>
          </a:ln>
        </p:spPr>
        <p:txBody>
          <a:bodyPr anchorCtr="0" anchor="ctr" bIns="487600" lIns="487600" spcFirstLastPara="1" rIns="487600" wrap="square" tIns="487600">
            <a:normAutofit/>
          </a:bodyPr>
          <a:lstStyle>
            <a:lvl1pPr indent="0" lvl="0"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7"/>
          <p:cNvSpPr txBox="1"/>
          <p:nvPr>
            <p:ph type="title"/>
          </p:nvPr>
        </p:nvSpPr>
        <p:spPr>
          <a:xfrm>
            <a:off x="1496160" y="2848160"/>
            <a:ext cx="40899000" cy="3665400"/>
          </a:xfrm>
          <a:prstGeom prst="rect">
            <a:avLst/>
          </a:prstGeom>
          <a:noFill/>
          <a:ln>
            <a:noFill/>
          </a:ln>
        </p:spPr>
        <p:txBody>
          <a:bodyPr anchorCtr="0" anchor="t" bIns="487600" lIns="487600" spcFirstLastPara="1" rIns="487600" wrap="square" tIns="487600">
            <a:normAutofit/>
          </a:bodyPr>
          <a:lstStyle>
            <a:lvl1pPr lvl="0" algn="l">
              <a:lnSpc>
                <a:spcPct val="100000"/>
              </a:lnSpc>
              <a:spcBef>
                <a:spcPts val="0"/>
              </a:spcBef>
              <a:spcAft>
                <a:spcPts val="0"/>
              </a:spcAft>
              <a:buSzPts val="14900"/>
              <a:buNone/>
              <a:defRPr/>
            </a:lvl1pPr>
            <a:lvl2pPr lvl="1" algn="l">
              <a:lnSpc>
                <a:spcPct val="100000"/>
              </a:lnSpc>
              <a:spcBef>
                <a:spcPts val="0"/>
              </a:spcBef>
              <a:spcAft>
                <a:spcPts val="0"/>
              </a:spcAft>
              <a:buSzPts val="14900"/>
              <a:buNone/>
              <a:defRPr/>
            </a:lvl2pPr>
            <a:lvl3pPr lvl="2" algn="l">
              <a:lnSpc>
                <a:spcPct val="100000"/>
              </a:lnSpc>
              <a:spcBef>
                <a:spcPts val="0"/>
              </a:spcBef>
              <a:spcAft>
                <a:spcPts val="0"/>
              </a:spcAft>
              <a:buSzPts val="14900"/>
              <a:buNone/>
              <a:defRPr/>
            </a:lvl3pPr>
            <a:lvl4pPr lvl="3" algn="l">
              <a:lnSpc>
                <a:spcPct val="100000"/>
              </a:lnSpc>
              <a:spcBef>
                <a:spcPts val="0"/>
              </a:spcBef>
              <a:spcAft>
                <a:spcPts val="0"/>
              </a:spcAft>
              <a:buSzPts val="14900"/>
              <a:buNone/>
              <a:defRPr/>
            </a:lvl4pPr>
            <a:lvl5pPr lvl="4" algn="l">
              <a:lnSpc>
                <a:spcPct val="100000"/>
              </a:lnSpc>
              <a:spcBef>
                <a:spcPts val="0"/>
              </a:spcBef>
              <a:spcAft>
                <a:spcPts val="0"/>
              </a:spcAft>
              <a:buSzPts val="14900"/>
              <a:buNone/>
              <a:defRPr/>
            </a:lvl5pPr>
            <a:lvl6pPr lvl="5" algn="l">
              <a:lnSpc>
                <a:spcPct val="100000"/>
              </a:lnSpc>
              <a:spcBef>
                <a:spcPts val="0"/>
              </a:spcBef>
              <a:spcAft>
                <a:spcPts val="0"/>
              </a:spcAft>
              <a:buSzPts val="14900"/>
              <a:buNone/>
              <a:defRPr/>
            </a:lvl6pPr>
            <a:lvl7pPr lvl="6" algn="l">
              <a:lnSpc>
                <a:spcPct val="100000"/>
              </a:lnSpc>
              <a:spcBef>
                <a:spcPts val="0"/>
              </a:spcBef>
              <a:spcAft>
                <a:spcPts val="0"/>
              </a:spcAft>
              <a:buSzPts val="14900"/>
              <a:buNone/>
              <a:defRPr/>
            </a:lvl7pPr>
            <a:lvl8pPr lvl="7" algn="l">
              <a:lnSpc>
                <a:spcPct val="100000"/>
              </a:lnSpc>
              <a:spcBef>
                <a:spcPts val="0"/>
              </a:spcBef>
              <a:spcAft>
                <a:spcPts val="0"/>
              </a:spcAft>
              <a:buSzPts val="14900"/>
              <a:buNone/>
              <a:defRPr/>
            </a:lvl8pPr>
            <a:lvl9pPr lvl="8" algn="l">
              <a:lnSpc>
                <a:spcPct val="100000"/>
              </a:lnSpc>
              <a:spcBef>
                <a:spcPts val="0"/>
              </a:spcBef>
              <a:spcAft>
                <a:spcPts val="0"/>
              </a:spcAft>
              <a:buSzPts val="14900"/>
              <a:buNone/>
              <a:defRPr/>
            </a:lvl9pPr>
          </a:lstStyle>
          <a:p/>
        </p:txBody>
      </p:sp>
      <p:sp>
        <p:nvSpPr>
          <p:cNvPr id="29" name="Google Shape;29;p7"/>
          <p:cNvSpPr txBox="1"/>
          <p:nvPr>
            <p:ph idx="12" type="sldNum"/>
          </p:nvPr>
        </p:nvSpPr>
        <p:spPr>
          <a:xfrm>
            <a:off x="40667798" y="29844588"/>
            <a:ext cx="2633700" cy="2519100"/>
          </a:xfrm>
          <a:prstGeom prst="rect">
            <a:avLst/>
          </a:prstGeom>
          <a:noFill/>
          <a:ln>
            <a:noFill/>
          </a:ln>
        </p:spPr>
        <p:txBody>
          <a:bodyPr anchorCtr="0" anchor="ctr" bIns="487600" lIns="487600" spcFirstLastPara="1" rIns="487600" wrap="square" tIns="487600">
            <a:normAutofit/>
          </a:bodyPr>
          <a:lstStyle>
            <a:lvl1pPr indent="0" lvl="0"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8"/>
          <p:cNvSpPr txBox="1"/>
          <p:nvPr>
            <p:ph type="title"/>
          </p:nvPr>
        </p:nvSpPr>
        <p:spPr>
          <a:xfrm>
            <a:off x="1496160" y="3555840"/>
            <a:ext cx="13478400" cy="4836600"/>
          </a:xfrm>
          <a:prstGeom prst="rect">
            <a:avLst/>
          </a:prstGeom>
          <a:noFill/>
          <a:ln>
            <a:noFill/>
          </a:ln>
        </p:spPr>
        <p:txBody>
          <a:bodyPr anchorCtr="0" anchor="b" bIns="487600" lIns="487600" spcFirstLastPara="1" rIns="487600" wrap="square" tIns="487600">
            <a:normAutofit/>
          </a:bodyPr>
          <a:lstStyle>
            <a:lvl1pPr lvl="0" algn="l">
              <a:lnSpc>
                <a:spcPct val="100000"/>
              </a:lnSpc>
              <a:spcBef>
                <a:spcPts val="0"/>
              </a:spcBef>
              <a:spcAft>
                <a:spcPts val="0"/>
              </a:spcAft>
              <a:buSzPts val="12800"/>
              <a:buNone/>
              <a:defRPr sz="12800"/>
            </a:lvl1pPr>
            <a:lvl2pPr lvl="1" algn="l">
              <a:lnSpc>
                <a:spcPct val="100000"/>
              </a:lnSpc>
              <a:spcBef>
                <a:spcPts val="0"/>
              </a:spcBef>
              <a:spcAft>
                <a:spcPts val="0"/>
              </a:spcAft>
              <a:buSzPts val="12800"/>
              <a:buNone/>
              <a:defRPr sz="12800"/>
            </a:lvl2pPr>
            <a:lvl3pPr lvl="2" algn="l">
              <a:lnSpc>
                <a:spcPct val="100000"/>
              </a:lnSpc>
              <a:spcBef>
                <a:spcPts val="0"/>
              </a:spcBef>
              <a:spcAft>
                <a:spcPts val="0"/>
              </a:spcAft>
              <a:buSzPts val="12800"/>
              <a:buNone/>
              <a:defRPr sz="12800"/>
            </a:lvl3pPr>
            <a:lvl4pPr lvl="3" algn="l">
              <a:lnSpc>
                <a:spcPct val="100000"/>
              </a:lnSpc>
              <a:spcBef>
                <a:spcPts val="0"/>
              </a:spcBef>
              <a:spcAft>
                <a:spcPts val="0"/>
              </a:spcAft>
              <a:buSzPts val="12800"/>
              <a:buNone/>
              <a:defRPr sz="12800"/>
            </a:lvl4pPr>
            <a:lvl5pPr lvl="4" algn="l">
              <a:lnSpc>
                <a:spcPct val="100000"/>
              </a:lnSpc>
              <a:spcBef>
                <a:spcPts val="0"/>
              </a:spcBef>
              <a:spcAft>
                <a:spcPts val="0"/>
              </a:spcAft>
              <a:buSzPts val="12800"/>
              <a:buNone/>
              <a:defRPr sz="12800"/>
            </a:lvl5pPr>
            <a:lvl6pPr lvl="5" algn="l">
              <a:lnSpc>
                <a:spcPct val="100000"/>
              </a:lnSpc>
              <a:spcBef>
                <a:spcPts val="0"/>
              </a:spcBef>
              <a:spcAft>
                <a:spcPts val="0"/>
              </a:spcAft>
              <a:buSzPts val="12800"/>
              <a:buNone/>
              <a:defRPr sz="12800"/>
            </a:lvl6pPr>
            <a:lvl7pPr lvl="6" algn="l">
              <a:lnSpc>
                <a:spcPct val="100000"/>
              </a:lnSpc>
              <a:spcBef>
                <a:spcPts val="0"/>
              </a:spcBef>
              <a:spcAft>
                <a:spcPts val="0"/>
              </a:spcAft>
              <a:buSzPts val="12800"/>
              <a:buNone/>
              <a:defRPr sz="12800"/>
            </a:lvl7pPr>
            <a:lvl8pPr lvl="7" algn="l">
              <a:lnSpc>
                <a:spcPct val="100000"/>
              </a:lnSpc>
              <a:spcBef>
                <a:spcPts val="0"/>
              </a:spcBef>
              <a:spcAft>
                <a:spcPts val="0"/>
              </a:spcAft>
              <a:buSzPts val="12800"/>
              <a:buNone/>
              <a:defRPr sz="12800"/>
            </a:lvl8pPr>
            <a:lvl9pPr lvl="8" algn="l">
              <a:lnSpc>
                <a:spcPct val="100000"/>
              </a:lnSpc>
              <a:spcBef>
                <a:spcPts val="0"/>
              </a:spcBef>
              <a:spcAft>
                <a:spcPts val="0"/>
              </a:spcAft>
              <a:buSzPts val="12800"/>
              <a:buNone/>
              <a:defRPr sz="12800"/>
            </a:lvl9pPr>
          </a:lstStyle>
          <a:p/>
        </p:txBody>
      </p:sp>
      <p:sp>
        <p:nvSpPr>
          <p:cNvPr id="32" name="Google Shape;32;p8"/>
          <p:cNvSpPr txBox="1"/>
          <p:nvPr>
            <p:ph idx="1" type="body"/>
          </p:nvPr>
        </p:nvSpPr>
        <p:spPr>
          <a:xfrm>
            <a:off x="1496160" y="8893440"/>
            <a:ext cx="13478400" cy="20348100"/>
          </a:xfrm>
          <a:prstGeom prst="rect">
            <a:avLst/>
          </a:prstGeom>
          <a:noFill/>
          <a:ln>
            <a:noFill/>
          </a:ln>
        </p:spPr>
        <p:txBody>
          <a:bodyPr anchorCtr="0" anchor="t" bIns="487600" lIns="487600" spcFirstLastPara="1" rIns="487600" wrap="square" tIns="487600">
            <a:normAutofit/>
          </a:bodyPr>
          <a:lstStyle>
            <a:lvl1pPr indent="-635000" lvl="0" marL="457200" algn="l">
              <a:lnSpc>
                <a:spcPct val="115000"/>
              </a:lnSpc>
              <a:spcBef>
                <a:spcPts val="0"/>
              </a:spcBef>
              <a:spcAft>
                <a:spcPts val="0"/>
              </a:spcAft>
              <a:buSzPts val="6400"/>
              <a:buChar char="●"/>
              <a:defRPr sz="6400"/>
            </a:lvl1pPr>
            <a:lvl2pPr indent="-635000" lvl="1" marL="914400" algn="l">
              <a:lnSpc>
                <a:spcPct val="115000"/>
              </a:lnSpc>
              <a:spcBef>
                <a:spcPts val="0"/>
              </a:spcBef>
              <a:spcAft>
                <a:spcPts val="0"/>
              </a:spcAft>
              <a:buSzPts val="6400"/>
              <a:buChar char="○"/>
              <a:defRPr sz="6400"/>
            </a:lvl2pPr>
            <a:lvl3pPr indent="-635000" lvl="2" marL="1371600" algn="l">
              <a:lnSpc>
                <a:spcPct val="115000"/>
              </a:lnSpc>
              <a:spcBef>
                <a:spcPts val="0"/>
              </a:spcBef>
              <a:spcAft>
                <a:spcPts val="0"/>
              </a:spcAft>
              <a:buSzPts val="6400"/>
              <a:buChar char="■"/>
              <a:defRPr sz="6400"/>
            </a:lvl3pPr>
            <a:lvl4pPr indent="-635000" lvl="3" marL="1828800" algn="l">
              <a:lnSpc>
                <a:spcPct val="115000"/>
              </a:lnSpc>
              <a:spcBef>
                <a:spcPts val="0"/>
              </a:spcBef>
              <a:spcAft>
                <a:spcPts val="0"/>
              </a:spcAft>
              <a:buSzPts val="6400"/>
              <a:buChar char="●"/>
              <a:defRPr sz="6400"/>
            </a:lvl4pPr>
            <a:lvl5pPr indent="-635000" lvl="4" marL="2286000" algn="l">
              <a:lnSpc>
                <a:spcPct val="115000"/>
              </a:lnSpc>
              <a:spcBef>
                <a:spcPts val="0"/>
              </a:spcBef>
              <a:spcAft>
                <a:spcPts val="0"/>
              </a:spcAft>
              <a:buSzPts val="6400"/>
              <a:buChar char="○"/>
              <a:defRPr sz="6400"/>
            </a:lvl5pPr>
            <a:lvl6pPr indent="-635000" lvl="5" marL="2743200" algn="l">
              <a:lnSpc>
                <a:spcPct val="115000"/>
              </a:lnSpc>
              <a:spcBef>
                <a:spcPts val="0"/>
              </a:spcBef>
              <a:spcAft>
                <a:spcPts val="0"/>
              </a:spcAft>
              <a:buSzPts val="6400"/>
              <a:buChar char="■"/>
              <a:defRPr sz="6400"/>
            </a:lvl6pPr>
            <a:lvl7pPr indent="-635000" lvl="6" marL="3200400" algn="l">
              <a:lnSpc>
                <a:spcPct val="115000"/>
              </a:lnSpc>
              <a:spcBef>
                <a:spcPts val="0"/>
              </a:spcBef>
              <a:spcAft>
                <a:spcPts val="0"/>
              </a:spcAft>
              <a:buSzPts val="6400"/>
              <a:buChar char="●"/>
              <a:defRPr sz="6400"/>
            </a:lvl7pPr>
            <a:lvl8pPr indent="-635000" lvl="7" marL="3657600" algn="l">
              <a:lnSpc>
                <a:spcPct val="115000"/>
              </a:lnSpc>
              <a:spcBef>
                <a:spcPts val="0"/>
              </a:spcBef>
              <a:spcAft>
                <a:spcPts val="0"/>
              </a:spcAft>
              <a:buSzPts val="6400"/>
              <a:buChar char="○"/>
              <a:defRPr sz="6400"/>
            </a:lvl8pPr>
            <a:lvl9pPr indent="-635000" lvl="8" marL="4114800" algn="l">
              <a:lnSpc>
                <a:spcPct val="115000"/>
              </a:lnSpc>
              <a:spcBef>
                <a:spcPts val="0"/>
              </a:spcBef>
              <a:spcAft>
                <a:spcPts val="0"/>
              </a:spcAft>
              <a:buSzPts val="6400"/>
              <a:buChar char="■"/>
              <a:defRPr sz="6400"/>
            </a:lvl9pPr>
          </a:lstStyle>
          <a:p/>
        </p:txBody>
      </p:sp>
      <p:sp>
        <p:nvSpPr>
          <p:cNvPr id="33" name="Google Shape;33;p8"/>
          <p:cNvSpPr txBox="1"/>
          <p:nvPr>
            <p:ph idx="12" type="sldNum"/>
          </p:nvPr>
        </p:nvSpPr>
        <p:spPr>
          <a:xfrm>
            <a:off x="40667798" y="29844588"/>
            <a:ext cx="2633700" cy="2519100"/>
          </a:xfrm>
          <a:prstGeom prst="rect">
            <a:avLst/>
          </a:prstGeom>
          <a:noFill/>
          <a:ln>
            <a:noFill/>
          </a:ln>
        </p:spPr>
        <p:txBody>
          <a:bodyPr anchorCtr="0" anchor="ctr" bIns="487600" lIns="487600" spcFirstLastPara="1" rIns="487600" wrap="square" tIns="487600">
            <a:normAutofit/>
          </a:bodyPr>
          <a:lstStyle>
            <a:lvl1pPr indent="0" lvl="0"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9"/>
          <p:cNvSpPr txBox="1"/>
          <p:nvPr>
            <p:ph type="title"/>
          </p:nvPr>
        </p:nvSpPr>
        <p:spPr>
          <a:xfrm>
            <a:off x="2353200" y="2880960"/>
            <a:ext cx="30565500" cy="26181000"/>
          </a:xfrm>
          <a:prstGeom prst="rect">
            <a:avLst/>
          </a:prstGeom>
          <a:noFill/>
          <a:ln>
            <a:noFill/>
          </a:ln>
        </p:spPr>
        <p:txBody>
          <a:bodyPr anchorCtr="0" anchor="ctr" bIns="487600" lIns="487600" spcFirstLastPara="1" rIns="487600" wrap="square" tIns="487600">
            <a:normAutofit/>
          </a:bodyPr>
          <a:lstStyle>
            <a:lvl1pPr lvl="0" algn="l">
              <a:lnSpc>
                <a:spcPct val="100000"/>
              </a:lnSpc>
              <a:spcBef>
                <a:spcPts val="0"/>
              </a:spcBef>
              <a:spcAft>
                <a:spcPts val="0"/>
              </a:spcAft>
              <a:buSzPts val="25600"/>
              <a:buNone/>
              <a:defRPr sz="25600"/>
            </a:lvl1pPr>
            <a:lvl2pPr lvl="1" algn="l">
              <a:lnSpc>
                <a:spcPct val="100000"/>
              </a:lnSpc>
              <a:spcBef>
                <a:spcPts val="0"/>
              </a:spcBef>
              <a:spcAft>
                <a:spcPts val="0"/>
              </a:spcAft>
              <a:buSzPts val="25600"/>
              <a:buNone/>
              <a:defRPr sz="25600"/>
            </a:lvl2pPr>
            <a:lvl3pPr lvl="2" algn="l">
              <a:lnSpc>
                <a:spcPct val="100000"/>
              </a:lnSpc>
              <a:spcBef>
                <a:spcPts val="0"/>
              </a:spcBef>
              <a:spcAft>
                <a:spcPts val="0"/>
              </a:spcAft>
              <a:buSzPts val="25600"/>
              <a:buNone/>
              <a:defRPr sz="25600"/>
            </a:lvl3pPr>
            <a:lvl4pPr lvl="3" algn="l">
              <a:lnSpc>
                <a:spcPct val="100000"/>
              </a:lnSpc>
              <a:spcBef>
                <a:spcPts val="0"/>
              </a:spcBef>
              <a:spcAft>
                <a:spcPts val="0"/>
              </a:spcAft>
              <a:buSzPts val="25600"/>
              <a:buNone/>
              <a:defRPr sz="25600"/>
            </a:lvl4pPr>
            <a:lvl5pPr lvl="4" algn="l">
              <a:lnSpc>
                <a:spcPct val="100000"/>
              </a:lnSpc>
              <a:spcBef>
                <a:spcPts val="0"/>
              </a:spcBef>
              <a:spcAft>
                <a:spcPts val="0"/>
              </a:spcAft>
              <a:buSzPts val="25600"/>
              <a:buNone/>
              <a:defRPr sz="25600"/>
            </a:lvl5pPr>
            <a:lvl6pPr lvl="5" algn="l">
              <a:lnSpc>
                <a:spcPct val="100000"/>
              </a:lnSpc>
              <a:spcBef>
                <a:spcPts val="0"/>
              </a:spcBef>
              <a:spcAft>
                <a:spcPts val="0"/>
              </a:spcAft>
              <a:buSzPts val="25600"/>
              <a:buNone/>
              <a:defRPr sz="25600"/>
            </a:lvl6pPr>
            <a:lvl7pPr lvl="6" algn="l">
              <a:lnSpc>
                <a:spcPct val="100000"/>
              </a:lnSpc>
              <a:spcBef>
                <a:spcPts val="0"/>
              </a:spcBef>
              <a:spcAft>
                <a:spcPts val="0"/>
              </a:spcAft>
              <a:buSzPts val="25600"/>
              <a:buNone/>
              <a:defRPr sz="25600"/>
            </a:lvl7pPr>
            <a:lvl8pPr lvl="7" algn="l">
              <a:lnSpc>
                <a:spcPct val="100000"/>
              </a:lnSpc>
              <a:spcBef>
                <a:spcPts val="0"/>
              </a:spcBef>
              <a:spcAft>
                <a:spcPts val="0"/>
              </a:spcAft>
              <a:buSzPts val="25600"/>
              <a:buNone/>
              <a:defRPr sz="25600"/>
            </a:lvl8pPr>
            <a:lvl9pPr lvl="8" algn="l">
              <a:lnSpc>
                <a:spcPct val="100000"/>
              </a:lnSpc>
              <a:spcBef>
                <a:spcPts val="0"/>
              </a:spcBef>
              <a:spcAft>
                <a:spcPts val="0"/>
              </a:spcAft>
              <a:buSzPts val="25600"/>
              <a:buNone/>
              <a:defRPr sz="25600"/>
            </a:lvl9pPr>
          </a:lstStyle>
          <a:p/>
        </p:txBody>
      </p:sp>
      <p:sp>
        <p:nvSpPr>
          <p:cNvPr id="36" name="Google Shape;36;p9"/>
          <p:cNvSpPr txBox="1"/>
          <p:nvPr>
            <p:ph idx="12" type="sldNum"/>
          </p:nvPr>
        </p:nvSpPr>
        <p:spPr>
          <a:xfrm>
            <a:off x="40667798" y="29844588"/>
            <a:ext cx="2633700" cy="2519100"/>
          </a:xfrm>
          <a:prstGeom prst="rect">
            <a:avLst/>
          </a:prstGeom>
          <a:noFill/>
          <a:ln>
            <a:noFill/>
          </a:ln>
        </p:spPr>
        <p:txBody>
          <a:bodyPr anchorCtr="0" anchor="ctr" bIns="487600" lIns="487600" spcFirstLastPara="1" rIns="487600" wrap="square" tIns="487600">
            <a:normAutofit/>
          </a:bodyPr>
          <a:lstStyle>
            <a:lvl1pPr indent="0" lvl="0"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10"/>
          <p:cNvSpPr/>
          <p:nvPr/>
        </p:nvSpPr>
        <p:spPr>
          <a:xfrm>
            <a:off x="21945600" y="-800"/>
            <a:ext cx="21945600" cy="32918400"/>
          </a:xfrm>
          <a:prstGeom prst="rect">
            <a:avLst/>
          </a:prstGeom>
          <a:solidFill>
            <a:schemeClr val="lt2"/>
          </a:solidFill>
          <a:ln>
            <a:noFill/>
          </a:ln>
        </p:spPr>
        <p:txBody>
          <a:bodyPr anchorCtr="0" anchor="ctr" bIns="487600" lIns="487600" spcFirstLastPara="1" rIns="487600" wrap="square" tIns="4876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10"/>
          <p:cNvSpPr txBox="1"/>
          <p:nvPr>
            <p:ph type="title"/>
          </p:nvPr>
        </p:nvSpPr>
        <p:spPr>
          <a:xfrm>
            <a:off x="1274400" y="7892320"/>
            <a:ext cx="19416900" cy="9486600"/>
          </a:xfrm>
          <a:prstGeom prst="rect">
            <a:avLst/>
          </a:prstGeom>
          <a:noFill/>
          <a:ln>
            <a:noFill/>
          </a:ln>
        </p:spPr>
        <p:txBody>
          <a:bodyPr anchorCtr="0" anchor="b" bIns="487600" lIns="487600" spcFirstLastPara="1" rIns="487600" wrap="square" tIns="487600">
            <a:normAutofit/>
          </a:bodyPr>
          <a:lstStyle>
            <a:lvl1pPr lvl="0" algn="ctr">
              <a:lnSpc>
                <a:spcPct val="100000"/>
              </a:lnSpc>
              <a:spcBef>
                <a:spcPts val="0"/>
              </a:spcBef>
              <a:spcAft>
                <a:spcPts val="0"/>
              </a:spcAft>
              <a:buSzPts val="22400"/>
              <a:buNone/>
              <a:defRPr sz="22400"/>
            </a:lvl1pPr>
            <a:lvl2pPr lvl="1" algn="ctr">
              <a:lnSpc>
                <a:spcPct val="100000"/>
              </a:lnSpc>
              <a:spcBef>
                <a:spcPts val="0"/>
              </a:spcBef>
              <a:spcAft>
                <a:spcPts val="0"/>
              </a:spcAft>
              <a:buSzPts val="22400"/>
              <a:buNone/>
              <a:defRPr sz="22400"/>
            </a:lvl2pPr>
            <a:lvl3pPr lvl="2" algn="ctr">
              <a:lnSpc>
                <a:spcPct val="100000"/>
              </a:lnSpc>
              <a:spcBef>
                <a:spcPts val="0"/>
              </a:spcBef>
              <a:spcAft>
                <a:spcPts val="0"/>
              </a:spcAft>
              <a:buSzPts val="22400"/>
              <a:buNone/>
              <a:defRPr sz="22400"/>
            </a:lvl3pPr>
            <a:lvl4pPr lvl="3" algn="ctr">
              <a:lnSpc>
                <a:spcPct val="100000"/>
              </a:lnSpc>
              <a:spcBef>
                <a:spcPts val="0"/>
              </a:spcBef>
              <a:spcAft>
                <a:spcPts val="0"/>
              </a:spcAft>
              <a:buSzPts val="22400"/>
              <a:buNone/>
              <a:defRPr sz="22400"/>
            </a:lvl4pPr>
            <a:lvl5pPr lvl="4" algn="ctr">
              <a:lnSpc>
                <a:spcPct val="100000"/>
              </a:lnSpc>
              <a:spcBef>
                <a:spcPts val="0"/>
              </a:spcBef>
              <a:spcAft>
                <a:spcPts val="0"/>
              </a:spcAft>
              <a:buSzPts val="22400"/>
              <a:buNone/>
              <a:defRPr sz="22400"/>
            </a:lvl5pPr>
            <a:lvl6pPr lvl="5" algn="ctr">
              <a:lnSpc>
                <a:spcPct val="100000"/>
              </a:lnSpc>
              <a:spcBef>
                <a:spcPts val="0"/>
              </a:spcBef>
              <a:spcAft>
                <a:spcPts val="0"/>
              </a:spcAft>
              <a:buSzPts val="22400"/>
              <a:buNone/>
              <a:defRPr sz="22400"/>
            </a:lvl6pPr>
            <a:lvl7pPr lvl="6" algn="ctr">
              <a:lnSpc>
                <a:spcPct val="100000"/>
              </a:lnSpc>
              <a:spcBef>
                <a:spcPts val="0"/>
              </a:spcBef>
              <a:spcAft>
                <a:spcPts val="0"/>
              </a:spcAft>
              <a:buSzPts val="22400"/>
              <a:buNone/>
              <a:defRPr sz="22400"/>
            </a:lvl7pPr>
            <a:lvl8pPr lvl="7" algn="ctr">
              <a:lnSpc>
                <a:spcPct val="100000"/>
              </a:lnSpc>
              <a:spcBef>
                <a:spcPts val="0"/>
              </a:spcBef>
              <a:spcAft>
                <a:spcPts val="0"/>
              </a:spcAft>
              <a:buSzPts val="22400"/>
              <a:buNone/>
              <a:defRPr sz="22400"/>
            </a:lvl8pPr>
            <a:lvl9pPr lvl="8" algn="ctr">
              <a:lnSpc>
                <a:spcPct val="100000"/>
              </a:lnSpc>
              <a:spcBef>
                <a:spcPts val="0"/>
              </a:spcBef>
              <a:spcAft>
                <a:spcPts val="0"/>
              </a:spcAft>
              <a:buSzPts val="22400"/>
              <a:buNone/>
              <a:defRPr sz="22400"/>
            </a:lvl9pPr>
          </a:lstStyle>
          <a:p/>
        </p:txBody>
      </p:sp>
      <p:sp>
        <p:nvSpPr>
          <p:cNvPr id="40" name="Google Shape;40;p10"/>
          <p:cNvSpPr txBox="1"/>
          <p:nvPr>
            <p:ph idx="1" type="subTitle"/>
          </p:nvPr>
        </p:nvSpPr>
        <p:spPr>
          <a:xfrm>
            <a:off x="1274400" y="17939680"/>
            <a:ext cx="19416900" cy="7904700"/>
          </a:xfrm>
          <a:prstGeom prst="rect">
            <a:avLst/>
          </a:prstGeom>
          <a:noFill/>
          <a:ln>
            <a:noFill/>
          </a:ln>
        </p:spPr>
        <p:txBody>
          <a:bodyPr anchorCtr="0" anchor="t" bIns="487600" lIns="487600" spcFirstLastPara="1" rIns="487600" wrap="square" tIns="487600">
            <a:normAutofit/>
          </a:bodyPr>
          <a:lstStyle>
            <a:lvl1pPr lvl="0" algn="ctr">
              <a:lnSpc>
                <a:spcPct val="100000"/>
              </a:lnSpc>
              <a:spcBef>
                <a:spcPts val="0"/>
              </a:spcBef>
              <a:spcAft>
                <a:spcPts val="0"/>
              </a:spcAft>
              <a:buSzPts val="11200"/>
              <a:buNone/>
              <a:defRPr sz="11200"/>
            </a:lvl1pPr>
            <a:lvl2pPr lvl="1" algn="ctr">
              <a:lnSpc>
                <a:spcPct val="100000"/>
              </a:lnSpc>
              <a:spcBef>
                <a:spcPts val="0"/>
              </a:spcBef>
              <a:spcAft>
                <a:spcPts val="0"/>
              </a:spcAft>
              <a:buSzPts val="11200"/>
              <a:buNone/>
              <a:defRPr sz="11200"/>
            </a:lvl2pPr>
            <a:lvl3pPr lvl="2" algn="ctr">
              <a:lnSpc>
                <a:spcPct val="100000"/>
              </a:lnSpc>
              <a:spcBef>
                <a:spcPts val="0"/>
              </a:spcBef>
              <a:spcAft>
                <a:spcPts val="0"/>
              </a:spcAft>
              <a:buSzPts val="11200"/>
              <a:buNone/>
              <a:defRPr sz="11200"/>
            </a:lvl3pPr>
            <a:lvl4pPr lvl="3" algn="ctr">
              <a:lnSpc>
                <a:spcPct val="100000"/>
              </a:lnSpc>
              <a:spcBef>
                <a:spcPts val="0"/>
              </a:spcBef>
              <a:spcAft>
                <a:spcPts val="0"/>
              </a:spcAft>
              <a:buSzPts val="11200"/>
              <a:buNone/>
              <a:defRPr sz="11200"/>
            </a:lvl4pPr>
            <a:lvl5pPr lvl="4" algn="ctr">
              <a:lnSpc>
                <a:spcPct val="100000"/>
              </a:lnSpc>
              <a:spcBef>
                <a:spcPts val="0"/>
              </a:spcBef>
              <a:spcAft>
                <a:spcPts val="0"/>
              </a:spcAft>
              <a:buSzPts val="11200"/>
              <a:buNone/>
              <a:defRPr sz="11200"/>
            </a:lvl5pPr>
            <a:lvl6pPr lvl="5" algn="ctr">
              <a:lnSpc>
                <a:spcPct val="100000"/>
              </a:lnSpc>
              <a:spcBef>
                <a:spcPts val="0"/>
              </a:spcBef>
              <a:spcAft>
                <a:spcPts val="0"/>
              </a:spcAft>
              <a:buSzPts val="11200"/>
              <a:buNone/>
              <a:defRPr sz="11200"/>
            </a:lvl6pPr>
            <a:lvl7pPr lvl="6" algn="ctr">
              <a:lnSpc>
                <a:spcPct val="100000"/>
              </a:lnSpc>
              <a:spcBef>
                <a:spcPts val="0"/>
              </a:spcBef>
              <a:spcAft>
                <a:spcPts val="0"/>
              </a:spcAft>
              <a:buSzPts val="11200"/>
              <a:buNone/>
              <a:defRPr sz="11200"/>
            </a:lvl7pPr>
            <a:lvl8pPr lvl="7" algn="ctr">
              <a:lnSpc>
                <a:spcPct val="100000"/>
              </a:lnSpc>
              <a:spcBef>
                <a:spcPts val="0"/>
              </a:spcBef>
              <a:spcAft>
                <a:spcPts val="0"/>
              </a:spcAft>
              <a:buSzPts val="11200"/>
              <a:buNone/>
              <a:defRPr sz="11200"/>
            </a:lvl8pPr>
            <a:lvl9pPr lvl="8" algn="ctr">
              <a:lnSpc>
                <a:spcPct val="100000"/>
              </a:lnSpc>
              <a:spcBef>
                <a:spcPts val="0"/>
              </a:spcBef>
              <a:spcAft>
                <a:spcPts val="0"/>
              </a:spcAft>
              <a:buSzPts val="11200"/>
              <a:buNone/>
              <a:defRPr sz="11200"/>
            </a:lvl9pPr>
          </a:lstStyle>
          <a:p/>
        </p:txBody>
      </p:sp>
      <p:sp>
        <p:nvSpPr>
          <p:cNvPr id="41" name="Google Shape;41;p10"/>
          <p:cNvSpPr txBox="1"/>
          <p:nvPr>
            <p:ph idx="2" type="body"/>
          </p:nvPr>
        </p:nvSpPr>
        <p:spPr>
          <a:xfrm>
            <a:off x="23709600" y="4634080"/>
            <a:ext cx="18417600" cy="23648700"/>
          </a:xfrm>
          <a:prstGeom prst="rect">
            <a:avLst/>
          </a:prstGeom>
          <a:noFill/>
          <a:ln>
            <a:noFill/>
          </a:ln>
        </p:spPr>
        <p:txBody>
          <a:bodyPr anchorCtr="0" anchor="ctr" bIns="487600" lIns="487600" spcFirstLastPara="1" rIns="487600" wrap="square" tIns="487600">
            <a:normAutofit/>
          </a:bodyPr>
          <a:lstStyle>
            <a:lvl1pPr indent="-838200" lvl="0" marL="457200" algn="l">
              <a:lnSpc>
                <a:spcPct val="115000"/>
              </a:lnSpc>
              <a:spcBef>
                <a:spcPts val="0"/>
              </a:spcBef>
              <a:spcAft>
                <a:spcPts val="0"/>
              </a:spcAft>
              <a:buSzPts val="9600"/>
              <a:buChar char="●"/>
              <a:defRPr/>
            </a:lvl1pPr>
            <a:lvl2pPr indent="-704850" lvl="1" marL="914400" algn="l">
              <a:lnSpc>
                <a:spcPct val="115000"/>
              </a:lnSpc>
              <a:spcBef>
                <a:spcPts val="0"/>
              </a:spcBef>
              <a:spcAft>
                <a:spcPts val="0"/>
              </a:spcAft>
              <a:buSzPts val="7500"/>
              <a:buChar char="○"/>
              <a:defRPr/>
            </a:lvl2pPr>
            <a:lvl3pPr indent="-704850" lvl="2" marL="1371600" algn="l">
              <a:lnSpc>
                <a:spcPct val="115000"/>
              </a:lnSpc>
              <a:spcBef>
                <a:spcPts val="0"/>
              </a:spcBef>
              <a:spcAft>
                <a:spcPts val="0"/>
              </a:spcAft>
              <a:buSzPts val="7500"/>
              <a:buChar char="■"/>
              <a:defRPr/>
            </a:lvl3pPr>
            <a:lvl4pPr indent="-704850" lvl="3" marL="1828800" algn="l">
              <a:lnSpc>
                <a:spcPct val="115000"/>
              </a:lnSpc>
              <a:spcBef>
                <a:spcPts val="0"/>
              </a:spcBef>
              <a:spcAft>
                <a:spcPts val="0"/>
              </a:spcAft>
              <a:buSzPts val="7500"/>
              <a:buChar char="●"/>
              <a:defRPr/>
            </a:lvl4pPr>
            <a:lvl5pPr indent="-704850" lvl="4" marL="2286000" algn="l">
              <a:lnSpc>
                <a:spcPct val="115000"/>
              </a:lnSpc>
              <a:spcBef>
                <a:spcPts val="0"/>
              </a:spcBef>
              <a:spcAft>
                <a:spcPts val="0"/>
              </a:spcAft>
              <a:buSzPts val="7500"/>
              <a:buChar char="○"/>
              <a:defRPr/>
            </a:lvl5pPr>
            <a:lvl6pPr indent="-704850" lvl="5" marL="2743200" algn="l">
              <a:lnSpc>
                <a:spcPct val="115000"/>
              </a:lnSpc>
              <a:spcBef>
                <a:spcPts val="0"/>
              </a:spcBef>
              <a:spcAft>
                <a:spcPts val="0"/>
              </a:spcAft>
              <a:buSzPts val="7500"/>
              <a:buChar char="■"/>
              <a:defRPr/>
            </a:lvl6pPr>
            <a:lvl7pPr indent="-704850" lvl="6" marL="3200400" algn="l">
              <a:lnSpc>
                <a:spcPct val="115000"/>
              </a:lnSpc>
              <a:spcBef>
                <a:spcPts val="0"/>
              </a:spcBef>
              <a:spcAft>
                <a:spcPts val="0"/>
              </a:spcAft>
              <a:buSzPts val="7500"/>
              <a:buChar char="●"/>
              <a:defRPr/>
            </a:lvl7pPr>
            <a:lvl8pPr indent="-704850" lvl="7" marL="3657600" algn="l">
              <a:lnSpc>
                <a:spcPct val="115000"/>
              </a:lnSpc>
              <a:spcBef>
                <a:spcPts val="0"/>
              </a:spcBef>
              <a:spcAft>
                <a:spcPts val="0"/>
              </a:spcAft>
              <a:buSzPts val="7500"/>
              <a:buChar char="○"/>
              <a:defRPr/>
            </a:lvl8pPr>
            <a:lvl9pPr indent="-704850" lvl="8" marL="4114800" algn="l">
              <a:lnSpc>
                <a:spcPct val="115000"/>
              </a:lnSpc>
              <a:spcBef>
                <a:spcPts val="0"/>
              </a:spcBef>
              <a:spcAft>
                <a:spcPts val="0"/>
              </a:spcAft>
              <a:buSzPts val="7500"/>
              <a:buChar char="■"/>
              <a:defRPr/>
            </a:lvl9pPr>
          </a:lstStyle>
          <a:p/>
        </p:txBody>
      </p:sp>
      <p:sp>
        <p:nvSpPr>
          <p:cNvPr id="42" name="Google Shape;42;p10"/>
          <p:cNvSpPr txBox="1"/>
          <p:nvPr>
            <p:ph idx="12" type="sldNum"/>
          </p:nvPr>
        </p:nvSpPr>
        <p:spPr>
          <a:xfrm>
            <a:off x="40667798" y="29844588"/>
            <a:ext cx="2633700" cy="2519100"/>
          </a:xfrm>
          <a:prstGeom prst="rect">
            <a:avLst/>
          </a:prstGeom>
          <a:noFill/>
          <a:ln>
            <a:noFill/>
          </a:ln>
        </p:spPr>
        <p:txBody>
          <a:bodyPr anchorCtr="0" anchor="ctr" bIns="487600" lIns="487600" spcFirstLastPara="1" rIns="487600" wrap="square" tIns="487600">
            <a:normAutofit/>
          </a:bodyPr>
          <a:lstStyle>
            <a:lvl1pPr indent="0" lvl="0"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1"/>
          <p:cNvSpPr txBox="1"/>
          <p:nvPr>
            <p:ph idx="1" type="body"/>
          </p:nvPr>
        </p:nvSpPr>
        <p:spPr>
          <a:xfrm>
            <a:off x="1496160" y="27075680"/>
            <a:ext cx="28794300" cy="3872700"/>
          </a:xfrm>
          <a:prstGeom prst="rect">
            <a:avLst/>
          </a:prstGeom>
          <a:noFill/>
          <a:ln>
            <a:noFill/>
          </a:ln>
        </p:spPr>
        <p:txBody>
          <a:bodyPr anchorCtr="0" anchor="ctr" bIns="487600" lIns="487600" spcFirstLastPara="1" rIns="487600" wrap="square" tIns="487600">
            <a:normAutofit/>
          </a:bodyPr>
          <a:lstStyle>
            <a:lvl1pPr indent="-228600" lvl="0" marL="457200" algn="l">
              <a:lnSpc>
                <a:spcPct val="100000"/>
              </a:lnSpc>
              <a:spcBef>
                <a:spcPts val="0"/>
              </a:spcBef>
              <a:spcAft>
                <a:spcPts val="0"/>
              </a:spcAft>
              <a:buSzPts val="9600"/>
              <a:buNone/>
              <a:defRPr/>
            </a:lvl1pPr>
          </a:lstStyle>
          <a:p/>
        </p:txBody>
      </p:sp>
      <p:sp>
        <p:nvSpPr>
          <p:cNvPr id="45" name="Google Shape;45;p11"/>
          <p:cNvSpPr txBox="1"/>
          <p:nvPr>
            <p:ph idx="12" type="sldNum"/>
          </p:nvPr>
        </p:nvSpPr>
        <p:spPr>
          <a:xfrm>
            <a:off x="40667798" y="29844588"/>
            <a:ext cx="2633700" cy="2519100"/>
          </a:xfrm>
          <a:prstGeom prst="rect">
            <a:avLst/>
          </a:prstGeom>
          <a:noFill/>
          <a:ln>
            <a:noFill/>
          </a:ln>
        </p:spPr>
        <p:txBody>
          <a:bodyPr anchorCtr="0" anchor="ctr" bIns="487600" lIns="487600" spcFirstLastPara="1" rIns="487600" wrap="square" tIns="487600">
            <a:normAutofit/>
          </a:bodyPr>
          <a:lstStyle>
            <a:lvl1pPr indent="0" lvl="0"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2"/>
          <p:cNvSpPr txBox="1"/>
          <p:nvPr>
            <p:ph hasCustomPrompt="1" type="title"/>
          </p:nvPr>
        </p:nvSpPr>
        <p:spPr>
          <a:xfrm>
            <a:off x="1496160" y="7079200"/>
            <a:ext cx="40899000" cy="12566400"/>
          </a:xfrm>
          <a:prstGeom prst="rect">
            <a:avLst/>
          </a:prstGeom>
          <a:noFill/>
          <a:ln>
            <a:noFill/>
          </a:ln>
        </p:spPr>
        <p:txBody>
          <a:bodyPr anchorCtr="0" anchor="b" bIns="487600" lIns="487600" spcFirstLastPara="1" rIns="487600" wrap="square" tIns="487600">
            <a:normAutofit/>
          </a:bodyPr>
          <a:lstStyle>
            <a:lvl1pPr lvl="0" algn="ctr">
              <a:lnSpc>
                <a:spcPct val="100000"/>
              </a:lnSpc>
              <a:spcBef>
                <a:spcPts val="0"/>
              </a:spcBef>
              <a:spcAft>
                <a:spcPts val="0"/>
              </a:spcAft>
              <a:buSzPts val="64000"/>
              <a:buNone/>
              <a:defRPr sz="64000"/>
            </a:lvl1pPr>
            <a:lvl2pPr lvl="1" algn="ctr">
              <a:lnSpc>
                <a:spcPct val="100000"/>
              </a:lnSpc>
              <a:spcBef>
                <a:spcPts val="0"/>
              </a:spcBef>
              <a:spcAft>
                <a:spcPts val="0"/>
              </a:spcAft>
              <a:buSzPts val="64000"/>
              <a:buNone/>
              <a:defRPr sz="64000"/>
            </a:lvl2pPr>
            <a:lvl3pPr lvl="2" algn="ctr">
              <a:lnSpc>
                <a:spcPct val="100000"/>
              </a:lnSpc>
              <a:spcBef>
                <a:spcPts val="0"/>
              </a:spcBef>
              <a:spcAft>
                <a:spcPts val="0"/>
              </a:spcAft>
              <a:buSzPts val="64000"/>
              <a:buNone/>
              <a:defRPr sz="64000"/>
            </a:lvl3pPr>
            <a:lvl4pPr lvl="3" algn="ctr">
              <a:lnSpc>
                <a:spcPct val="100000"/>
              </a:lnSpc>
              <a:spcBef>
                <a:spcPts val="0"/>
              </a:spcBef>
              <a:spcAft>
                <a:spcPts val="0"/>
              </a:spcAft>
              <a:buSzPts val="64000"/>
              <a:buNone/>
              <a:defRPr sz="64000"/>
            </a:lvl4pPr>
            <a:lvl5pPr lvl="4" algn="ctr">
              <a:lnSpc>
                <a:spcPct val="100000"/>
              </a:lnSpc>
              <a:spcBef>
                <a:spcPts val="0"/>
              </a:spcBef>
              <a:spcAft>
                <a:spcPts val="0"/>
              </a:spcAft>
              <a:buSzPts val="64000"/>
              <a:buNone/>
              <a:defRPr sz="64000"/>
            </a:lvl5pPr>
            <a:lvl6pPr lvl="5" algn="ctr">
              <a:lnSpc>
                <a:spcPct val="100000"/>
              </a:lnSpc>
              <a:spcBef>
                <a:spcPts val="0"/>
              </a:spcBef>
              <a:spcAft>
                <a:spcPts val="0"/>
              </a:spcAft>
              <a:buSzPts val="64000"/>
              <a:buNone/>
              <a:defRPr sz="64000"/>
            </a:lvl6pPr>
            <a:lvl7pPr lvl="6" algn="ctr">
              <a:lnSpc>
                <a:spcPct val="100000"/>
              </a:lnSpc>
              <a:spcBef>
                <a:spcPts val="0"/>
              </a:spcBef>
              <a:spcAft>
                <a:spcPts val="0"/>
              </a:spcAft>
              <a:buSzPts val="64000"/>
              <a:buNone/>
              <a:defRPr sz="64000"/>
            </a:lvl7pPr>
            <a:lvl8pPr lvl="7" algn="ctr">
              <a:lnSpc>
                <a:spcPct val="100000"/>
              </a:lnSpc>
              <a:spcBef>
                <a:spcPts val="0"/>
              </a:spcBef>
              <a:spcAft>
                <a:spcPts val="0"/>
              </a:spcAft>
              <a:buSzPts val="64000"/>
              <a:buNone/>
              <a:defRPr sz="64000"/>
            </a:lvl8pPr>
            <a:lvl9pPr lvl="8" algn="ctr">
              <a:lnSpc>
                <a:spcPct val="100000"/>
              </a:lnSpc>
              <a:spcBef>
                <a:spcPts val="0"/>
              </a:spcBef>
              <a:spcAft>
                <a:spcPts val="0"/>
              </a:spcAft>
              <a:buSzPts val="64000"/>
              <a:buNone/>
              <a:defRPr sz="64000"/>
            </a:lvl9pPr>
          </a:lstStyle>
          <a:p>
            <a:r>
              <a:t>xx%</a:t>
            </a:r>
          </a:p>
        </p:txBody>
      </p:sp>
      <p:sp>
        <p:nvSpPr>
          <p:cNvPr id="48" name="Google Shape;48;p12"/>
          <p:cNvSpPr txBox="1"/>
          <p:nvPr>
            <p:ph idx="1" type="body"/>
          </p:nvPr>
        </p:nvSpPr>
        <p:spPr>
          <a:xfrm>
            <a:off x="1496160" y="20174240"/>
            <a:ext cx="40899000" cy="8325000"/>
          </a:xfrm>
          <a:prstGeom prst="rect">
            <a:avLst/>
          </a:prstGeom>
          <a:noFill/>
          <a:ln>
            <a:noFill/>
          </a:ln>
        </p:spPr>
        <p:txBody>
          <a:bodyPr anchorCtr="0" anchor="t" bIns="487600" lIns="487600" spcFirstLastPara="1" rIns="487600" wrap="square" tIns="487600">
            <a:normAutofit/>
          </a:bodyPr>
          <a:lstStyle>
            <a:lvl1pPr indent="-838200" lvl="0" marL="457200" algn="ctr">
              <a:lnSpc>
                <a:spcPct val="115000"/>
              </a:lnSpc>
              <a:spcBef>
                <a:spcPts val="0"/>
              </a:spcBef>
              <a:spcAft>
                <a:spcPts val="0"/>
              </a:spcAft>
              <a:buSzPts val="9600"/>
              <a:buChar char="●"/>
              <a:defRPr/>
            </a:lvl1pPr>
            <a:lvl2pPr indent="-704850" lvl="1" marL="914400" algn="ctr">
              <a:lnSpc>
                <a:spcPct val="115000"/>
              </a:lnSpc>
              <a:spcBef>
                <a:spcPts val="0"/>
              </a:spcBef>
              <a:spcAft>
                <a:spcPts val="0"/>
              </a:spcAft>
              <a:buSzPts val="7500"/>
              <a:buChar char="○"/>
              <a:defRPr/>
            </a:lvl2pPr>
            <a:lvl3pPr indent="-704850" lvl="2" marL="1371600" algn="ctr">
              <a:lnSpc>
                <a:spcPct val="115000"/>
              </a:lnSpc>
              <a:spcBef>
                <a:spcPts val="0"/>
              </a:spcBef>
              <a:spcAft>
                <a:spcPts val="0"/>
              </a:spcAft>
              <a:buSzPts val="7500"/>
              <a:buChar char="■"/>
              <a:defRPr/>
            </a:lvl3pPr>
            <a:lvl4pPr indent="-704850" lvl="3" marL="1828800" algn="ctr">
              <a:lnSpc>
                <a:spcPct val="115000"/>
              </a:lnSpc>
              <a:spcBef>
                <a:spcPts val="0"/>
              </a:spcBef>
              <a:spcAft>
                <a:spcPts val="0"/>
              </a:spcAft>
              <a:buSzPts val="7500"/>
              <a:buChar char="●"/>
              <a:defRPr/>
            </a:lvl4pPr>
            <a:lvl5pPr indent="-704850" lvl="4" marL="2286000" algn="ctr">
              <a:lnSpc>
                <a:spcPct val="115000"/>
              </a:lnSpc>
              <a:spcBef>
                <a:spcPts val="0"/>
              </a:spcBef>
              <a:spcAft>
                <a:spcPts val="0"/>
              </a:spcAft>
              <a:buSzPts val="7500"/>
              <a:buChar char="○"/>
              <a:defRPr/>
            </a:lvl5pPr>
            <a:lvl6pPr indent="-704850" lvl="5" marL="2743200" algn="ctr">
              <a:lnSpc>
                <a:spcPct val="115000"/>
              </a:lnSpc>
              <a:spcBef>
                <a:spcPts val="0"/>
              </a:spcBef>
              <a:spcAft>
                <a:spcPts val="0"/>
              </a:spcAft>
              <a:buSzPts val="7500"/>
              <a:buChar char="■"/>
              <a:defRPr/>
            </a:lvl6pPr>
            <a:lvl7pPr indent="-704850" lvl="6" marL="3200400" algn="ctr">
              <a:lnSpc>
                <a:spcPct val="115000"/>
              </a:lnSpc>
              <a:spcBef>
                <a:spcPts val="0"/>
              </a:spcBef>
              <a:spcAft>
                <a:spcPts val="0"/>
              </a:spcAft>
              <a:buSzPts val="7500"/>
              <a:buChar char="●"/>
              <a:defRPr/>
            </a:lvl7pPr>
            <a:lvl8pPr indent="-704850" lvl="7" marL="3657600" algn="ctr">
              <a:lnSpc>
                <a:spcPct val="115000"/>
              </a:lnSpc>
              <a:spcBef>
                <a:spcPts val="0"/>
              </a:spcBef>
              <a:spcAft>
                <a:spcPts val="0"/>
              </a:spcAft>
              <a:buSzPts val="7500"/>
              <a:buChar char="○"/>
              <a:defRPr/>
            </a:lvl8pPr>
            <a:lvl9pPr indent="-704850" lvl="8" marL="4114800" algn="ctr">
              <a:lnSpc>
                <a:spcPct val="115000"/>
              </a:lnSpc>
              <a:spcBef>
                <a:spcPts val="0"/>
              </a:spcBef>
              <a:spcAft>
                <a:spcPts val="0"/>
              </a:spcAft>
              <a:buSzPts val="7500"/>
              <a:buChar char="■"/>
              <a:defRPr/>
            </a:lvl9pPr>
          </a:lstStyle>
          <a:p/>
        </p:txBody>
      </p:sp>
      <p:sp>
        <p:nvSpPr>
          <p:cNvPr id="49" name="Google Shape;49;p12"/>
          <p:cNvSpPr txBox="1"/>
          <p:nvPr>
            <p:ph idx="12" type="sldNum"/>
          </p:nvPr>
        </p:nvSpPr>
        <p:spPr>
          <a:xfrm>
            <a:off x="40667798" y="29844588"/>
            <a:ext cx="2633700" cy="2519100"/>
          </a:xfrm>
          <a:prstGeom prst="rect">
            <a:avLst/>
          </a:prstGeom>
          <a:noFill/>
          <a:ln>
            <a:noFill/>
          </a:ln>
        </p:spPr>
        <p:txBody>
          <a:bodyPr anchorCtr="0" anchor="ctr" bIns="487600" lIns="487600" spcFirstLastPara="1" rIns="487600" wrap="square" tIns="487600">
            <a:normAutofit/>
          </a:bodyPr>
          <a:lstStyle>
            <a:lvl1pPr indent="0" lvl="0"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496160" y="2848160"/>
            <a:ext cx="40899000" cy="3665400"/>
          </a:xfrm>
          <a:prstGeom prst="rect">
            <a:avLst/>
          </a:prstGeom>
          <a:noFill/>
          <a:ln>
            <a:noFill/>
          </a:ln>
        </p:spPr>
        <p:txBody>
          <a:bodyPr anchorCtr="0" anchor="t" bIns="487600" lIns="487600" spcFirstLastPara="1" rIns="487600" wrap="square" tIns="487600">
            <a:normAutofit/>
          </a:bodyPr>
          <a:lstStyle>
            <a:lvl1pPr lvl="0" marR="0" rtl="0" algn="l">
              <a:lnSpc>
                <a:spcPct val="100000"/>
              </a:lnSpc>
              <a:spcBef>
                <a:spcPts val="0"/>
              </a:spcBef>
              <a:spcAft>
                <a:spcPts val="0"/>
              </a:spcAft>
              <a:buClr>
                <a:schemeClr val="dk1"/>
              </a:buClr>
              <a:buSzPts val="14900"/>
              <a:buFont typeface="Arial"/>
              <a:buNone/>
              <a:defRPr b="0" i="0" sz="149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14900"/>
              <a:buFont typeface="Arial"/>
              <a:buNone/>
              <a:defRPr b="0" i="0" sz="149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14900"/>
              <a:buFont typeface="Arial"/>
              <a:buNone/>
              <a:defRPr b="0" i="0" sz="149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14900"/>
              <a:buFont typeface="Arial"/>
              <a:buNone/>
              <a:defRPr b="0" i="0" sz="149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14900"/>
              <a:buFont typeface="Arial"/>
              <a:buNone/>
              <a:defRPr b="0" i="0" sz="149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14900"/>
              <a:buFont typeface="Arial"/>
              <a:buNone/>
              <a:defRPr b="0" i="0" sz="149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14900"/>
              <a:buFont typeface="Arial"/>
              <a:buNone/>
              <a:defRPr b="0" i="0" sz="149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14900"/>
              <a:buFont typeface="Arial"/>
              <a:buNone/>
              <a:defRPr b="0" i="0" sz="149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14900"/>
              <a:buFont typeface="Arial"/>
              <a:buNone/>
              <a:defRPr b="0" i="0" sz="149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1496160" y="7375840"/>
            <a:ext cx="40899000" cy="21864900"/>
          </a:xfrm>
          <a:prstGeom prst="rect">
            <a:avLst/>
          </a:prstGeom>
          <a:noFill/>
          <a:ln>
            <a:noFill/>
          </a:ln>
        </p:spPr>
        <p:txBody>
          <a:bodyPr anchorCtr="0" anchor="t" bIns="487600" lIns="487600" spcFirstLastPara="1" rIns="487600" wrap="square" tIns="487600">
            <a:normAutofit/>
          </a:bodyPr>
          <a:lstStyle>
            <a:lvl1pPr indent="-838200" lvl="0" marL="457200" marR="0" rtl="0" algn="l">
              <a:lnSpc>
                <a:spcPct val="115000"/>
              </a:lnSpc>
              <a:spcBef>
                <a:spcPts val="0"/>
              </a:spcBef>
              <a:spcAft>
                <a:spcPts val="0"/>
              </a:spcAft>
              <a:buClr>
                <a:schemeClr val="dk2"/>
              </a:buClr>
              <a:buSzPts val="9600"/>
              <a:buFont typeface="Arial"/>
              <a:buChar char="●"/>
              <a:defRPr b="0" i="0" sz="9600" u="none" cap="none" strike="noStrike">
                <a:solidFill>
                  <a:schemeClr val="dk2"/>
                </a:solidFill>
                <a:latin typeface="Arial"/>
                <a:ea typeface="Arial"/>
                <a:cs typeface="Arial"/>
                <a:sym typeface="Arial"/>
              </a:defRPr>
            </a:lvl1pPr>
            <a:lvl2pPr indent="-704850" lvl="1" marL="914400" marR="0" rtl="0" algn="l">
              <a:lnSpc>
                <a:spcPct val="115000"/>
              </a:lnSpc>
              <a:spcBef>
                <a:spcPts val="0"/>
              </a:spcBef>
              <a:spcAft>
                <a:spcPts val="0"/>
              </a:spcAft>
              <a:buClr>
                <a:schemeClr val="dk2"/>
              </a:buClr>
              <a:buSzPts val="7500"/>
              <a:buFont typeface="Arial"/>
              <a:buChar char="○"/>
              <a:defRPr b="0" i="0" sz="7500" u="none" cap="none" strike="noStrike">
                <a:solidFill>
                  <a:schemeClr val="dk2"/>
                </a:solidFill>
                <a:latin typeface="Arial"/>
                <a:ea typeface="Arial"/>
                <a:cs typeface="Arial"/>
                <a:sym typeface="Arial"/>
              </a:defRPr>
            </a:lvl2pPr>
            <a:lvl3pPr indent="-704850" lvl="2" marL="1371600" marR="0" rtl="0" algn="l">
              <a:lnSpc>
                <a:spcPct val="115000"/>
              </a:lnSpc>
              <a:spcBef>
                <a:spcPts val="0"/>
              </a:spcBef>
              <a:spcAft>
                <a:spcPts val="0"/>
              </a:spcAft>
              <a:buClr>
                <a:schemeClr val="dk2"/>
              </a:buClr>
              <a:buSzPts val="7500"/>
              <a:buFont typeface="Arial"/>
              <a:buChar char="■"/>
              <a:defRPr b="0" i="0" sz="7500" u="none" cap="none" strike="noStrike">
                <a:solidFill>
                  <a:schemeClr val="dk2"/>
                </a:solidFill>
                <a:latin typeface="Arial"/>
                <a:ea typeface="Arial"/>
                <a:cs typeface="Arial"/>
                <a:sym typeface="Arial"/>
              </a:defRPr>
            </a:lvl3pPr>
            <a:lvl4pPr indent="-704850" lvl="3" marL="1828800" marR="0" rtl="0" algn="l">
              <a:lnSpc>
                <a:spcPct val="115000"/>
              </a:lnSpc>
              <a:spcBef>
                <a:spcPts val="0"/>
              </a:spcBef>
              <a:spcAft>
                <a:spcPts val="0"/>
              </a:spcAft>
              <a:buClr>
                <a:schemeClr val="dk2"/>
              </a:buClr>
              <a:buSzPts val="7500"/>
              <a:buFont typeface="Arial"/>
              <a:buChar char="●"/>
              <a:defRPr b="0" i="0" sz="7500" u="none" cap="none" strike="noStrike">
                <a:solidFill>
                  <a:schemeClr val="dk2"/>
                </a:solidFill>
                <a:latin typeface="Arial"/>
                <a:ea typeface="Arial"/>
                <a:cs typeface="Arial"/>
                <a:sym typeface="Arial"/>
              </a:defRPr>
            </a:lvl4pPr>
            <a:lvl5pPr indent="-704850" lvl="4" marL="2286000" marR="0" rtl="0" algn="l">
              <a:lnSpc>
                <a:spcPct val="115000"/>
              </a:lnSpc>
              <a:spcBef>
                <a:spcPts val="0"/>
              </a:spcBef>
              <a:spcAft>
                <a:spcPts val="0"/>
              </a:spcAft>
              <a:buClr>
                <a:schemeClr val="dk2"/>
              </a:buClr>
              <a:buSzPts val="7500"/>
              <a:buFont typeface="Arial"/>
              <a:buChar char="○"/>
              <a:defRPr b="0" i="0" sz="7500" u="none" cap="none" strike="noStrike">
                <a:solidFill>
                  <a:schemeClr val="dk2"/>
                </a:solidFill>
                <a:latin typeface="Arial"/>
                <a:ea typeface="Arial"/>
                <a:cs typeface="Arial"/>
                <a:sym typeface="Arial"/>
              </a:defRPr>
            </a:lvl5pPr>
            <a:lvl6pPr indent="-704850" lvl="5" marL="2743200" marR="0" rtl="0" algn="l">
              <a:lnSpc>
                <a:spcPct val="115000"/>
              </a:lnSpc>
              <a:spcBef>
                <a:spcPts val="0"/>
              </a:spcBef>
              <a:spcAft>
                <a:spcPts val="0"/>
              </a:spcAft>
              <a:buClr>
                <a:schemeClr val="dk2"/>
              </a:buClr>
              <a:buSzPts val="7500"/>
              <a:buFont typeface="Arial"/>
              <a:buChar char="■"/>
              <a:defRPr b="0" i="0" sz="7500" u="none" cap="none" strike="noStrike">
                <a:solidFill>
                  <a:schemeClr val="dk2"/>
                </a:solidFill>
                <a:latin typeface="Arial"/>
                <a:ea typeface="Arial"/>
                <a:cs typeface="Arial"/>
                <a:sym typeface="Arial"/>
              </a:defRPr>
            </a:lvl6pPr>
            <a:lvl7pPr indent="-704850" lvl="6" marL="3200400" marR="0" rtl="0" algn="l">
              <a:lnSpc>
                <a:spcPct val="115000"/>
              </a:lnSpc>
              <a:spcBef>
                <a:spcPts val="0"/>
              </a:spcBef>
              <a:spcAft>
                <a:spcPts val="0"/>
              </a:spcAft>
              <a:buClr>
                <a:schemeClr val="dk2"/>
              </a:buClr>
              <a:buSzPts val="7500"/>
              <a:buFont typeface="Arial"/>
              <a:buChar char="●"/>
              <a:defRPr b="0" i="0" sz="7500" u="none" cap="none" strike="noStrike">
                <a:solidFill>
                  <a:schemeClr val="dk2"/>
                </a:solidFill>
                <a:latin typeface="Arial"/>
                <a:ea typeface="Arial"/>
                <a:cs typeface="Arial"/>
                <a:sym typeface="Arial"/>
              </a:defRPr>
            </a:lvl7pPr>
            <a:lvl8pPr indent="-704850" lvl="7" marL="3657600" marR="0" rtl="0" algn="l">
              <a:lnSpc>
                <a:spcPct val="115000"/>
              </a:lnSpc>
              <a:spcBef>
                <a:spcPts val="0"/>
              </a:spcBef>
              <a:spcAft>
                <a:spcPts val="0"/>
              </a:spcAft>
              <a:buClr>
                <a:schemeClr val="dk2"/>
              </a:buClr>
              <a:buSzPts val="7500"/>
              <a:buFont typeface="Arial"/>
              <a:buChar char="○"/>
              <a:defRPr b="0" i="0" sz="7500" u="none" cap="none" strike="noStrike">
                <a:solidFill>
                  <a:schemeClr val="dk2"/>
                </a:solidFill>
                <a:latin typeface="Arial"/>
                <a:ea typeface="Arial"/>
                <a:cs typeface="Arial"/>
                <a:sym typeface="Arial"/>
              </a:defRPr>
            </a:lvl8pPr>
            <a:lvl9pPr indent="-704850" lvl="8" marL="4114800" marR="0" rtl="0" algn="l">
              <a:lnSpc>
                <a:spcPct val="115000"/>
              </a:lnSpc>
              <a:spcBef>
                <a:spcPts val="0"/>
              </a:spcBef>
              <a:spcAft>
                <a:spcPts val="0"/>
              </a:spcAft>
              <a:buClr>
                <a:schemeClr val="dk2"/>
              </a:buClr>
              <a:buSzPts val="7500"/>
              <a:buFont typeface="Arial"/>
              <a:buChar char="■"/>
              <a:defRPr b="0" i="0" sz="75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40667798" y="29844588"/>
            <a:ext cx="2633700" cy="2519100"/>
          </a:xfrm>
          <a:prstGeom prst="rect">
            <a:avLst/>
          </a:prstGeom>
          <a:noFill/>
          <a:ln>
            <a:noFill/>
          </a:ln>
        </p:spPr>
        <p:txBody>
          <a:bodyPr anchorCtr="0" anchor="ctr" bIns="487600" lIns="487600" spcFirstLastPara="1" rIns="487600" wrap="square" tIns="487600">
            <a:normAutofit/>
          </a:bodyPr>
          <a:lstStyle>
            <a:lvl1pPr indent="0" lvl="0" marL="0" marR="0" rtl="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5300"/>
              <a:buFont typeface="Arial"/>
              <a:buNone/>
              <a:defRPr b="0" i="0" sz="53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 Id="rId4" Type="http://schemas.openxmlformats.org/officeDocument/2006/relationships/hyperlink" Target="https://www.zotero.org/google-docs/?broken=V7RdRz" TargetMode="External"/><Relationship Id="rId5" Type="http://schemas.openxmlformats.org/officeDocument/2006/relationships/hyperlink" Target="https://www.zotero.org/google-docs/?broken=yRLUJk" TargetMode="External"/><Relationship Id="rId6" Type="http://schemas.openxmlformats.org/officeDocument/2006/relationships/image" Target="../media/image8.png"/><Relationship Id="rId7" Type="http://schemas.openxmlformats.org/officeDocument/2006/relationships/image" Target="../media/image4.png"/><Relationship Id="rId8"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1.png"/><Relationship Id="rId11" Type="http://schemas.openxmlformats.org/officeDocument/2006/relationships/image" Target="../media/image2.png"/><Relationship Id="rId10" Type="http://schemas.openxmlformats.org/officeDocument/2006/relationships/image" Target="../media/image5.png"/><Relationship Id="rId12" Type="http://schemas.openxmlformats.org/officeDocument/2006/relationships/image" Target="../media/image9.png"/><Relationship Id="rId9" Type="http://schemas.openxmlformats.org/officeDocument/2006/relationships/image" Target="../media/image6.png"/><Relationship Id="rId5" Type="http://schemas.openxmlformats.org/officeDocument/2006/relationships/hyperlink" Target="https://www.zotero.org/google-docs/?4aAUAq" TargetMode="External"/><Relationship Id="rId6" Type="http://schemas.openxmlformats.org/officeDocument/2006/relationships/hyperlink" Target="https://www.zotero.org/google-docs/?4aAUAq" TargetMode="External"/><Relationship Id="rId7" Type="http://schemas.openxmlformats.org/officeDocument/2006/relationships/hyperlink" Target="https://www.zotero.org/google-docs/?4aAUAq" TargetMode="External"/><Relationship Id="rId8" Type="http://schemas.openxmlformats.org/officeDocument/2006/relationships/hyperlink" Target="https://www.zotero.org/google-docs/?4aAUAq"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p:nvPr/>
        </p:nvSpPr>
        <p:spPr>
          <a:xfrm>
            <a:off x="0" y="0"/>
            <a:ext cx="43891200" cy="5046300"/>
          </a:xfrm>
          <a:prstGeom prst="rect">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13"/>
          <p:cNvSpPr/>
          <p:nvPr/>
        </p:nvSpPr>
        <p:spPr>
          <a:xfrm>
            <a:off x="0" y="5046150"/>
            <a:ext cx="43891200" cy="2286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13"/>
          <p:cNvSpPr txBox="1"/>
          <p:nvPr/>
        </p:nvSpPr>
        <p:spPr>
          <a:xfrm>
            <a:off x="10806544" y="1492446"/>
            <a:ext cx="29634873" cy="3139291"/>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7200"/>
              <a:buFont typeface="Arial"/>
              <a:buNone/>
            </a:pPr>
            <a:r>
              <a:rPr b="1" i="0" lang="en" sz="7200" u="none" cap="none" strike="noStrike">
                <a:solidFill>
                  <a:srgbClr val="000000"/>
                </a:solidFill>
                <a:latin typeface="Times New Roman"/>
                <a:ea typeface="Times New Roman"/>
                <a:cs typeface="Times New Roman"/>
                <a:sym typeface="Times New Roman"/>
              </a:rPr>
              <a:t>Data Center Load &amp; Virginia Residential Electricity Prices (2018-2025)</a:t>
            </a:r>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4800"/>
              <a:buFont typeface="Arial"/>
              <a:buNone/>
            </a:pPr>
            <a:r>
              <a:rPr b="0" i="0" lang="en" sz="4800" u="none" cap="none" strike="noStrike">
                <a:solidFill>
                  <a:schemeClr val="dk1"/>
                </a:solidFill>
                <a:latin typeface="Times New Roman"/>
                <a:ea typeface="Times New Roman"/>
                <a:cs typeface="Times New Roman"/>
                <a:sym typeface="Times New Roman"/>
              </a:rPr>
              <a:t>Faculty Leader: Dr. Hélène Nguemgaing</a:t>
            </a:r>
            <a:endParaRPr b="1" i="0" sz="4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4800"/>
              <a:buFont typeface="Arial"/>
              <a:buNone/>
            </a:pPr>
            <a:r>
              <a:rPr b="0" i="0" lang="en" sz="4800" u="none" cap="none" strike="noStrike">
                <a:solidFill>
                  <a:schemeClr val="dk1"/>
                </a:solidFill>
                <a:latin typeface="Times New Roman"/>
                <a:ea typeface="Times New Roman"/>
                <a:cs typeface="Times New Roman"/>
                <a:sym typeface="Times New Roman"/>
              </a:rPr>
              <a:t>Vijay Hong, </a:t>
            </a:r>
            <a:r>
              <a:rPr b="0" i="0" lang="en" sz="4800" u="none" cap="none" strike="noStrike">
                <a:solidFill>
                  <a:srgbClr val="000000"/>
                </a:solidFill>
                <a:latin typeface="Times New Roman"/>
                <a:ea typeface="Times New Roman"/>
                <a:cs typeface="Times New Roman"/>
                <a:sym typeface="Times New Roman"/>
              </a:rPr>
              <a:t>Claire Olotara, Tarun Tammali</a:t>
            </a:r>
            <a:endParaRPr b="0" i="0" sz="4800" u="none" cap="none" strike="noStrike">
              <a:solidFill>
                <a:srgbClr val="000000"/>
              </a:solidFill>
              <a:latin typeface="Times New Roman"/>
              <a:ea typeface="Times New Roman"/>
              <a:cs typeface="Times New Roman"/>
              <a:sym typeface="Times New Roman"/>
            </a:endParaRPr>
          </a:p>
        </p:txBody>
      </p:sp>
      <p:pic>
        <p:nvPicPr>
          <p:cNvPr id="57" name="Google Shape;57;p13"/>
          <p:cNvPicPr preferRelativeResize="0"/>
          <p:nvPr/>
        </p:nvPicPr>
        <p:blipFill rotWithShape="1">
          <a:blip r:embed="rId3">
            <a:alphaModFix/>
          </a:blip>
          <a:srcRect b="0" l="0" r="0" t="0"/>
          <a:stretch/>
        </p:blipFill>
        <p:spPr>
          <a:xfrm>
            <a:off x="1406175" y="925050"/>
            <a:ext cx="10967525" cy="3196200"/>
          </a:xfrm>
          <a:prstGeom prst="rect">
            <a:avLst/>
          </a:prstGeom>
          <a:noFill/>
          <a:ln>
            <a:noFill/>
          </a:ln>
        </p:spPr>
      </p:pic>
      <p:sp>
        <p:nvSpPr>
          <p:cNvPr id="58" name="Google Shape;58;p13"/>
          <p:cNvSpPr/>
          <p:nvPr/>
        </p:nvSpPr>
        <p:spPr>
          <a:xfrm>
            <a:off x="15358232" y="13866371"/>
            <a:ext cx="13827038" cy="1004281"/>
          </a:xfrm>
          <a:prstGeom prst="rect">
            <a:avLst/>
          </a:prstGeom>
          <a:solidFill>
            <a:srgbClr val="F08A8A"/>
          </a:solidFill>
          <a:ln cap="flat" cmpd="sng" w="38100">
            <a:solidFill>
              <a:srgbClr val="EBC521"/>
            </a:solidFill>
            <a:prstDash val="solid"/>
            <a:round/>
            <a:headEnd len="sm" w="sm" type="none"/>
            <a:tailEnd len="sm" w="sm" type="none"/>
          </a:ln>
          <a:effectLst>
            <a:outerShdw blurRad="157163" rotWithShape="0" algn="bl" dir="5400000" dist="123825">
              <a:srgbClr val="000000">
                <a:alpha val="18039"/>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highlight>
                <a:schemeClr val="dk1"/>
              </a:highlight>
              <a:latin typeface="Arial"/>
              <a:ea typeface="Arial"/>
              <a:cs typeface="Arial"/>
              <a:sym typeface="Arial"/>
            </a:endParaRPr>
          </a:p>
        </p:txBody>
      </p:sp>
      <p:sp>
        <p:nvSpPr>
          <p:cNvPr id="59" name="Google Shape;59;p13"/>
          <p:cNvSpPr txBox="1"/>
          <p:nvPr/>
        </p:nvSpPr>
        <p:spPr>
          <a:xfrm>
            <a:off x="34929662" y="23775846"/>
            <a:ext cx="3891000" cy="954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000"/>
              <a:buFont typeface="Arial"/>
              <a:buNone/>
            </a:pPr>
            <a:r>
              <a:t/>
            </a:r>
            <a:endParaRPr b="1" i="0" sz="5000" u="none" cap="none" strike="noStrike">
              <a:solidFill>
                <a:schemeClr val="dk2"/>
              </a:solidFill>
              <a:latin typeface="Times New Roman"/>
              <a:ea typeface="Times New Roman"/>
              <a:cs typeface="Times New Roman"/>
              <a:sym typeface="Times New Roman"/>
            </a:endParaRPr>
          </a:p>
        </p:txBody>
      </p:sp>
      <p:sp>
        <p:nvSpPr>
          <p:cNvPr id="60" name="Google Shape;60;p13"/>
          <p:cNvSpPr txBox="1"/>
          <p:nvPr/>
        </p:nvSpPr>
        <p:spPr>
          <a:xfrm>
            <a:off x="187125" y="6411350"/>
            <a:ext cx="14487666" cy="4678173"/>
          </a:xfrm>
          <a:prstGeom prst="rect">
            <a:avLst/>
          </a:prstGeom>
          <a:noFill/>
          <a:ln>
            <a:noFill/>
          </a:ln>
        </p:spPr>
        <p:txBody>
          <a:bodyPr anchorCtr="0" anchor="t" bIns="91425" lIns="91425" spcFirstLastPara="1" rIns="91425" wrap="square" tIns="91425">
            <a:spAutoFit/>
          </a:bodyPr>
          <a:lstStyle/>
          <a:p>
            <a:pPr indent="-457200" lvl="0" marL="508000" marR="0" rtl="0" algn="l">
              <a:lnSpc>
                <a:spcPct val="100000"/>
              </a:lnSpc>
              <a:spcBef>
                <a:spcPts val="600"/>
              </a:spcBef>
              <a:spcAft>
                <a:spcPts val="0"/>
              </a:spcAft>
              <a:buClr>
                <a:schemeClr val="dk2"/>
              </a:buClr>
              <a:buSzPts val="2800"/>
              <a:buFont typeface="Arial"/>
              <a:buChar char="•"/>
            </a:pPr>
            <a:r>
              <a:rPr b="0" i="0" lang="en" sz="2800" u="none" cap="none" strike="noStrike">
                <a:solidFill>
                  <a:schemeClr val="dk1"/>
                </a:solidFill>
                <a:latin typeface="Times New Roman"/>
                <a:ea typeface="Times New Roman"/>
                <a:cs typeface="Times New Roman"/>
                <a:sym typeface="Times New Roman"/>
              </a:rPr>
              <a:t>Residential electricity affordability is a live policy concern, and Virginia hosts the world’s largest data center market. Whether this new demand is reflected in household bills or absorbed elsewhere in the system is what regulators and consumers need to know.</a:t>
            </a:r>
            <a:endParaRPr b="0" i="0" sz="2800" u="none" cap="none" strike="noStrike">
              <a:solidFill>
                <a:schemeClr val="dk1"/>
              </a:solidFill>
              <a:latin typeface="Times New Roman"/>
              <a:ea typeface="Times New Roman"/>
              <a:cs typeface="Times New Roman"/>
              <a:sym typeface="Times New Roman"/>
            </a:endParaRPr>
          </a:p>
          <a:p>
            <a:pPr indent="-457200" lvl="0" marL="508000" marR="0" rtl="0" algn="l">
              <a:lnSpc>
                <a:spcPct val="100000"/>
              </a:lnSpc>
              <a:spcBef>
                <a:spcPts val="1200"/>
              </a:spcBef>
              <a:spcAft>
                <a:spcPts val="0"/>
              </a:spcAft>
              <a:buClr>
                <a:schemeClr val="dk2"/>
              </a:buClr>
              <a:buSzPts val="2800"/>
              <a:buFont typeface="Arial"/>
              <a:buChar char="•"/>
            </a:pPr>
            <a:r>
              <a:rPr b="0" i="0" lang="en" sz="2800" u="none" cap="none" strike="noStrike">
                <a:solidFill>
                  <a:schemeClr val="dk1"/>
                </a:solidFill>
                <a:latin typeface="Times New Roman"/>
                <a:ea typeface="Times New Roman"/>
                <a:cs typeface="Times New Roman"/>
                <a:sym typeface="Times New Roman"/>
              </a:rPr>
              <a:t>Data center demand has grown rapidly with the expansion of cloud computing and the Internet of Things (Koot &amp; Wijnhoven, 2021), accelerating further after the late-2022 AI boom.</a:t>
            </a:r>
            <a:endParaRPr b="0" i="0" sz="2800" u="none" cap="none" strike="noStrike">
              <a:solidFill>
                <a:schemeClr val="dk1"/>
              </a:solidFill>
              <a:latin typeface="Times New Roman"/>
              <a:ea typeface="Times New Roman"/>
              <a:cs typeface="Times New Roman"/>
              <a:sym typeface="Times New Roman"/>
            </a:endParaRPr>
          </a:p>
          <a:p>
            <a:pPr indent="-457200" lvl="0" marL="508000" marR="0" rtl="0" algn="l">
              <a:lnSpc>
                <a:spcPct val="100000"/>
              </a:lnSpc>
              <a:spcBef>
                <a:spcPts val="1200"/>
              </a:spcBef>
              <a:spcAft>
                <a:spcPts val="0"/>
              </a:spcAft>
              <a:buClr>
                <a:schemeClr val="dk1"/>
              </a:buClr>
              <a:buSzPts val="2800"/>
              <a:buFont typeface="Arial"/>
              <a:buChar char="•"/>
            </a:pPr>
            <a:r>
              <a:rPr b="0" i="0" lang="en" sz="2800" u="none" cap="none" strike="noStrike">
                <a:solidFill>
                  <a:schemeClr val="dk1"/>
                </a:solidFill>
                <a:latin typeface="Times New Roman"/>
                <a:ea typeface="Times New Roman"/>
                <a:cs typeface="Times New Roman"/>
                <a:sym typeface="Times New Roman"/>
              </a:rPr>
              <a:t>Virginia, particularly Loudoun and Prince William counties in the Dominion (DOM) zone, has become one of the world’s largest data center markets, increasing electricity demand sharply. </a:t>
            </a:r>
            <a:endParaRPr b="0" i="0" sz="2800" u="none" cap="none" strike="noStrike">
              <a:solidFill>
                <a:schemeClr val="dk1"/>
              </a:solidFill>
              <a:latin typeface="Times New Roman"/>
              <a:ea typeface="Times New Roman"/>
              <a:cs typeface="Times New Roman"/>
              <a:sym typeface="Times New Roman"/>
            </a:endParaRPr>
          </a:p>
          <a:p>
            <a:pPr indent="-457200" lvl="0" marL="508000" marR="0" rtl="0" algn="l">
              <a:lnSpc>
                <a:spcPct val="100000"/>
              </a:lnSpc>
              <a:spcBef>
                <a:spcPts val="1200"/>
              </a:spcBef>
              <a:spcAft>
                <a:spcPts val="600"/>
              </a:spcAft>
              <a:buClr>
                <a:schemeClr val="dk1"/>
              </a:buClr>
              <a:buSzPts val="2800"/>
              <a:buFont typeface="Arial"/>
              <a:buChar char="•"/>
            </a:pPr>
            <a:r>
              <a:rPr b="0" i="0" lang="en" sz="2800" u="none" cap="none" strike="noStrike">
                <a:solidFill>
                  <a:schemeClr val="dk1"/>
                </a:solidFill>
                <a:latin typeface="Times New Roman"/>
                <a:ea typeface="Times New Roman"/>
                <a:cs typeface="Times New Roman"/>
                <a:sym typeface="Times New Roman"/>
              </a:rPr>
              <a:t>Existing work examines wholesale market effects (Kay et al., 2026; Wiser et al., 2025); the retail side, where households actually pay, remains understudied. </a:t>
            </a:r>
            <a:endParaRPr b="0" i="0" sz="2800" u="none" cap="none" strike="noStrike">
              <a:solidFill>
                <a:schemeClr val="dk1"/>
              </a:solidFill>
              <a:latin typeface="Times New Roman"/>
              <a:ea typeface="Times New Roman"/>
              <a:cs typeface="Times New Roman"/>
              <a:sym typeface="Times New Roman"/>
            </a:endParaRPr>
          </a:p>
        </p:txBody>
      </p:sp>
      <p:sp>
        <p:nvSpPr>
          <p:cNvPr id="61" name="Google Shape;61;p13"/>
          <p:cNvSpPr txBox="1"/>
          <p:nvPr/>
        </p:nvSpPr>
        <p:spPr>
          <a:xfrm>
            <a:off x="248413" y="12231952"/>
            <a:ext cx="14617081" cy="1175676"/>
          </a:xfrm>
          <a:prstGeom prst="rect">
            <a:avLst/>
          </a:prstGeom>
          <a:noFill/>
          <a:ln>
            <a:noFill/>
          </a:ln>
        </p:spPr>
        <p:txBody>
          <a:bodyPr anchorCtr="0" anchor="t" bIns="91425" lIns="91425" spcFirstLastPara="1" rIns="91425" wrap="square" tIns="91425">
            <a:spAutoFit/>
          </a:bodyPr>
          <a:lstStyle/>
          <a:p>
            <a:pPr indent="-457200" lvl="0" marL="508000" marR="0" rtl="0" algn="l">
              <a:lnSpc>
                <a:spcPct val="115000"/>
              </a:lnSpc>
              <a:spcBef>
                <a:spcPts val="0"/>
              </a:spcBef>
              <a:spcAft>
                <a:spcPts val="0"/>
              </a:spcAft>
              <a:buClr>
                <a:schemeClr val="dk1"/>
              </a:buClr>
              <a:buSzPts val="2800"/>
              <a:buFont typeface="Arial"/>
              <a:buChar char="•"/>
            </a:pPr>
            <a:r>
              <a:rPr b="0" i="0" lang="en" sz="2800" u="none" cap="none" strike="noStrike">
                <a:solidFill>
                  <a:schemeClr val="dk1"/>
                </a:solidFill>
                <a:latin typeface="Times New Roman"/>
                <a:ea typeface="Times New Roman"/>
                <a:cs typeface="Times New Roman"/>
                <a:sym typeface="Times New Roman"/>
              </a:rPr>
              <a:t>Do the electricity demands of Virginia’s data centers show up in residential electricity bills, and has that relationship changed since the late-2022 AI boom? </a:t>
            </a:r>
            <a:endParaRPr b="0" i="0" sz="2800" u="none" cap="none" strike="noStrike">
              <a:solidFill>
                <a:schemeClr val="dk1"/>
              </a:solidFill>
              <a:latin typeface="Times New Roman"/>
              <a:ea typeface="Times New Roman"/>
              <a:cs typeface="Times New Roman"/>
              <a:sym typeface="Times New Roman"/>
            </a:endParaRPr>
          </a:p>
        </p:txBody>
      </p:sp>
      <p:sp>
        <p:nvSpPr>
          <p:cNvPr id="62" name="Google Shape;62;p13"/>
          <p:cNvSpPr txBox="1"/>
          <p:nvPr/>
        </p:nvSpPr>
        <p:spPr>
          <a:xfrm>
            <a:off x="292626" y="14727693"/>
            <a:ext cx="14382166" cy="5109061"/>
          </a:xfrm>
          <a:prstGeom prst="rect">
            <a:avLst/>
          </a:prstGeom>
          <a:noFill/>
          <a:ln>
            <a:noFill/>
          </a:ln>
        </p:spPr>
        <p:txBody>
          <a:bodyPr anchorCtr="0" anchor="t" bIns="91425" lIns="91425" spcFirstLastPara="1" rIns="91425" wrap="square" tIns="91425">
            <a:spAutoFit/>
          </a:bodyPr>
          <a:lstStyle/>
          <a:p>
            <a:pPr indent="-457200" lvl="0" marL="508000" marR="0" rtl="0" algn="l">
              <a:lnSpc>
                <a:spcPct val="100000"/>
              </a:lnSpc>
              <a:spcBef>
                <a:spcPts val="600"/>
              </a:spcBef>
              <a:spcAft>
                <a:spcPts val="0"/>
              </a:spcAft>
              <a:buClr>
                <a:schemeClr val="dk1"/>
              </a:buClr>
              <a:buSzPts val="2800"/>
              <a:buFont typeface="Arial"/>
              <a:buChar char="•"/>
            </a:pPr>
            <a:r>
              <a:rPr b="0" i="0" lang="en" sz="2800" u="none" cap="none" strike="noStrike">
                <a:solidFill>
                  <a:schemeClr val="dk1"/>
                </a:solidFill>
                <a:latin typeface="Times New Roman"/>
                <a:ea typeface="Times New Roman"/>
                <a:cs typeface="Times New Roman"/>
                <a:sym typeface="Times New Roman"/>
              </a:rPr>
              <a:t>Empirical models take data from the Energy Information Administration (EIA) and PJM Data Miner, with monthly average residential retail electricity prices being our variable of study.</a:t>
            </a:r>
            <a:endParaRPr b="0" i="0" sz="2800" u="none" cap="none" strike="noStrike">
              <a:solidFill>
                <a:schemeClr val="dk1"/>
              </a:solidFill>
              <a:latin typeface="Times New Roman"/>
              <a:ea typeface="Times New Roman"/>
              <a:cs typeface="Times New Roman"/>
              <a:sym typeface="Times New Roman"/>
            </a:endParaRPr>
          </a:p>
          <a:p>
            <a:pPr indent="-457200" lvl="0" marL="508000" marR="0" rtl="0" algn="l">
              <a:lnSpc>
                <a:spcPct val="100000"/>
              </a:lnSpc>
              <a:spcBef>
                <a:spcPts val="1200"/>
              </a:spcBef>
              <a:spcAft>
                <a:spcPts val="0"/>
              </a:spcAft>
              <a:buClr>
                <a:schemeClr val="dk1"/>
              </a:buClr>
              <a:buSzPts val="2800"/>
              <a:buFont typeface="Arial"/>
              <a:buChar char="•"/>
            </a:pPr>
            <a:r>
              <a:rPr b="0" i="0" lang="en" sz="2800" u="none" cap="none" strike="noStrike">
                <a:solidFill>
                  <a:schemeClr val="dk1"/>
                </a:solidFill>
                <a:latin typeface="Times New Roman"/>
                <a:ea typeface="Times New Roman"/>
                <a:cs typeface="Times New Roman"/>
                <a:sym typeface="Times New Roman"/>
              </a:rPr>
              <a:t>Explanatory variables include DOM load and natural gas prices as the main variables, along with Heating Degree Days (HDD), Cooling Degree Days (CDD), residential customer counts, gas generation share, and month fixed effects as controls.</a:t>
            </a:r>
            <a:endParaRPr b="0" i="0" sz="2800" u="none" cap="none" strike="noStrike">
              <a:solidFill>
                <a:schemeClr val="dk1"/>
              </a:solidFill>
              <a:latin typeface="Times New Roman"/>
              <a:ea typeface="Times New Roman"/>
              <a:cs typeface="Times New Roman"/>
              <a:sym typeface="Times New Roman"/>
            </a:endParaRPr>
          </a:p>
          <a:p>
            <a:pPr indent="-457200" lvl="0" marL="508000" marR="0" rtl="0" algn="l">
              <a:lnSpc>
                <a:spcPct val="100000"/>
              </a:lnSpc>
              <a:spcBef>
                <a:spcPts val="1200"/>
              </a:spcBef>
              <a:spcAft>
                <a:spcPts val="0"/>
              </a:spcAft>
              <a:buClr>
                <a:schemeClr val="dk1"/>
              </a:buClr>
              <a:buSzPts val="2800"/>
              <a:buFont typeface="Arial"/>
              <a:buChar char="•"/>
            </a:pPr>
            <a:r>
              <a:rPr b="0" i="0" lang="en" sz="2800" u="none" cap="none" strike="noStrike">
                <a:solidFill>
                  <a:schemeClr val="dk1"/>
                </a:solidFill>
                <a:latin typeface="Times New Roman"/>
                <a:ea typeface="Times New Roman"/>
                <a:cs typeface="Times New Roman"/>
                <a:sym typeface="Times New Roman"/>
              </a:rPr>
              <a:t>DOM zone load tracks Virginia total retail sales closely (Pearson r = 0.97), validating its use as a proxy for statewide demand. </a:t>
            </a:r>
            <a:endParaRPr b="0" i="0" sz="2800" u="none" cap="none" strike="noStrike">
              <a:solidFill>
                <a:schemeClr val="dk1"/>
              </a:solidFill>
              <a:latin typeface="Times New Roman"/>
              <a:ea typeface="Times New Roman"/>
              <a:cs typeface="Times New Roman"/>
              <a:sym typeface="Times New Roman"/>
            </a:endParaRPr>
          </a:p>
          <a:p>
            <a:pPr indent="-457200" lvl="0" marL="508000" marR="0" rtl="0" algn="l">
              <a:lnSpc>
                <a:spcPct val="100000"/>
              </a:lnSpc>
              <a:spcBef>
                <a:spcPts val="1200"/>
              </a:spcBef>
              <a:spcAft>
                <a:spcPts val="600"/>
              </a:spcAft>
              <a:buClr>
                <a:schemeClr val="dk1"/>
              </a:buClr>
              <a:buSzPts val="2800"/>
              <a:buFont typeface="Arial"/>
              <a:buChar char="•"/>
            </a:pPr>
            <a:r>
              <a:rPr b="0" i="0" lang="en" sz="2800" u="none" cap="none" strike="noStrike">
                <a:solidFill>
                  <a:schemeClr val="dk1"/>
                </a:solidFill>
                <a:latin typeface="Times New Roman"/>
                <a:ea typeface="Times New Roman"/>
                <a:cs typeface="Times New Roman"/>
                <a:sym typeface="Times New Roman"/>
              </a:rPr>
              <a:t>Figure 1 illustrates the geographic distribution of existing and proposed data centers across Virginia within the DOM, the largest PJM zone in the state, taken from ArcGIS and Cleanview Data Center Tracker.</a:t>
            </a:r>
            <a:endParaRPr b="0" i="0" sz="2800" u="none" cap="none" strike="noStrike">
              <a:solidFill>
                <a:schemeClr val="dk1"/>
              </a:solidFill>
              <a:latin typeface="Times New Roman"/>
              <a:ea typeface="Times New Roman"/>
              <a:cs typeface="Times New Roman"/>
              <a:sym typeface="Times New Roman"/>
            </a:endParaRPr>
          </a:p>
        </p:txBody>
      </p:sp>
      <p:sp>
        <p:nvSpPr>
          <p:cNvPr id="63" name="Google Shape;63;p13"/>
          <p:cNvSpPr txBox="1"/>
          <p:nvPr/>
        </p:nvSpPr>
        <p:spPr>
          <a:xfrm>
            <a:off x="16132853" y="19326477"/>
            <a:ext cx="12676782" cy="800189"/>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1" i="0" lang="en" sz="4000" u="none" cap="none" strike="noStrike">
                <a:solidFill>
                  <a:schemeClr val="dk1"/>
                </a:solidFill>
                <a:latin typeface="Times New Roman"/>
                <a:ea typeface="Times New Roman"/>
                <a:cs typeface="Times New Roman"/>
                <a:sym typeface="Times New Roman"/>
              </a:rPr>
              <a:t>Table 1: Specification ladder: Virginia residential price</a:t>
            </a:r>
            <a:endParaRPr b="1" i="0" sz="4000" u="none" cap="none" strike="noStrike">
              <a:solidFill>
                <a:schemeClr val="dk1"/>
              </a:solidFill>
              <a:latin typeface="Times New Roman"/>
              <a:ea typeface="Times New Roman"/>
              <a:cs typeface="Times New Roman"/>
              <a:sym typeface="Times New Roman"/>
            </a:endParaRPr>
          </a:p>
        </p:txBody>
      </p:sp>
      <p:sp>
        <p:nvSpPr>
          <p:cNvPr id="64" name="Google Shape;64;p13"/>
          <p:cNvSpPr txBox="1"/>
          <p:nvPr/>
        </p:nvSpPr>
        <p:spPr>
          <a:xfrm>
            <a:off x="342669" y="19845350"/>
            <a:ext cx="14115906" cy="765948"/>
          </a:xfrm>
          <a:prstGeom prst="rect">
            <a:avLst/>
          </a:prstGeom>
          <a:noFill/>
          <a:ln>
            <a:noFill/>
          </a:ln>
        </p:spPr>
        <p:txBody>
          <a:bodyPr anchorCtr="0" anchor="t" bIns="104950" lIns="104950" spcFirstLastPara="1" rIns="104950" wrap="square" tIns="104950">
            <a:spAutoFit/>
          </a:bodyPr>
          <a:lstStyle/>
          <a:p>
            <a:pPr indent="0" lvl="0" marL="0" marR="0" rtl="0" algn="l">
              <a:lnSpc>
                <a:spcPct val="100000"/>
              </a:lnSpc>
              <a:spcBef>
                <a:spcPts val="0"/>
              </a:spcBef>
              <a:spcAft>
                <a:spcPts val="0"/>
              </a:spcAft>
              <a:buClr>
                <a:srgbClr val="000000"/>
              </a:buClr>
              <a:buSzPts val="3600"/>
              <a:buFont typeface="Arial"/>
              <a:buNone/>
            </a:pPr>
            <a:r>
              <a:rPr b="1" i="0" lang="en" sz="3600" u="none" cap="none" strike="noStrike">
                <a:solidFill>
                  <a:schemeClr val="dk1"/>
                </a:solidFill>
                <a:latin typeface="Times New Roman"/>
                <a:ea typeface="Times New Roman"/>
                <a:cs typeface="Times New Roman"/>
                <a:sym typeface="Times New Roman"/>
              </a:rPr>
              <a:t>Figure 1: Virginia Data Centers Facilities and Dominion (DOM) Zone </a:t>
            </a:r>
            <a:endParaRPr b="1" i="0" sz="3600" u="none" cap="none" strike="noStrike">
              <a:solidFill>
                <a:schemeClr val="dk1"/>
              </a:solidFill>
              <a:latin typeface="Times New Roman"/>
              <a:ea typeface="Times New Roman"/>
              <a:cs typeface="Times New Roman"/>
              <a:sym typeface="Times New Roman"/>
            </a:endParaRPr>
          </a:p>
        </p:txBody>
      </p:sp>
      <p:cxnSp>
        <p:nvCxnSpPr>
          <p:cNvPr id="65" name="Google Shape;65;p13"/>
          <p:cNvCxnSpPr/>
          <p:nvPr/>
        </p:nvCxnSpPr>
        <p:spPr>
          <a:xfrm flipH="1">
            <a:off x="15056197" y="5274738"/>
            <a:ext cx="15000" cy="27598500"/>
          </a:xfrm>
          <a:prstGeom prst="straightConnector1">
            <a:avLst/>
          </a:prstGeom>
          <a:noFill/>
          <a:ln cap="flat" cmpd="sng" w="28575">
            <a:solidFill>
              <a:srgbClr val="D9D9D9"/>
            </a:solidFill>
            <a:prstDash val="dash"/>
            <a:round/>
            <a:headEnd len="sm" w="sm" type="none"/>
            <a:tailEnd len="sm" w="sm" type="none"/>
          </a:ln>
        </p:spPr>
      </p:cxnSp>
      <p:cxnSp>
        <p:nvCxnSpPr>
          <p:cNvPr id="66" name="Google Shape;66;p13"/>
          <p:cNvCxnSpPr/>
          <p:nvPr/>
        </p:nvCxnSpPr>
        <p:spPr>
          <a:xfrm flipH="1">
            <a:off x="29568969" y="5274738"/>
            <a:ext cx="15000" cy="27598500"/>
          </a:xfrm>
          <a:prstGeom prst="straightConnector1">
            <a:avLst/>
          </a:prstGeom>
          <a:noFill/>
          <a:ln cap="flat" cmpd="sng" w="28575">
            <a:solidFill>
              <a:srgbClr val="D9D9D9"/>
            </a:solidFill>
            <a:prstDash val="dash"/>
            <a:round/>
            <a:headEnd len="sm" w="sm" type="none"/>
            <a:tailEnd len="sm" w="sm" type="none"/>
          </a:ln>
        </p:spPr>
      </p:cxnSp>
      <p:sp>
        <p:nvSpPr>
          <p:cNvPr id="67" name="Google Shape;67;p13"/>
          <p:cNvSpPr/>
          <p:nvPr/>
        </p:nvSpPr>
        <p:spPr>
          <a:xfrm>
            <a:off x="187125" y="5403293"/>
            <a:ext cx="14671983" cy="858677"/>
          </a:xfrm>
          <a:prstGeom prst="rect">
            <a:avLst/>
          </a:prstGeom>
          <a:solidFill>
            <a:srgbClr val="F08A8A"/>
          </a:solidFill>
          <a:ln cap="flat" cmpd="sng" w="38100">
            <a:solidFill>
              <a:srgbClr val="EBC521"/>
            </a:solidFill>
            <a:prstDash val="solid"/>
            <a:round/>
            <a:headEnd len="sm" w="sm" type="none"/>
            <a:tailEnd len="sm" w="sm" type="none"/>
          </a:ln>
          <a:effectLst>
            <a:outerShdw blurRad="157163" rotWithShape="0" algn="bl" dir="6000000" dist="123825">
              <a:srgbClr val="000000">
                <a:alpha val="18039"/>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highlight>
                <a:schemeClr val="dk1"/>
              </a:highlight>
              <a:latin typeface="Arial"/>
              <a:ea typeface="Arial"/>
              <a:cs typeface="Arial"/>
              <a:sym typeface="Arial"/>
            </a:endParaRPr>
          </a:p>
        </p:txBody>
      </p:sp>
      <p:sp>
        <p:nvSpPr>
          <p:cNvPr id="68" name="Google Shape;68;p13"/>
          <p:cNvSpPr txBox="1"/>
          <p:nvPr/>
        </p:nvSpPr>
        <p:spPr>
          <a:xfrm>
            <a:off x="2385499" y="5394483"/>
            <a:ext cx="10285200" cy="861744"/>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400"/>
              <a:buFont typeface="Arial"/>
              <a:buNone/>
            </a:pPr>
            <a:r>
              <a:rPr b="1" i="0" lang="en" sz="4400" u="none" cap="none" strike="noStrike">
                <a:solidFill>
                  <a:srgbClr val="000000"/>
                </a:solidFill>
                <a:latin typeface="Times New Roman"/>
                <a:ea typeface="Times New Roman"/>
                <a:cs typeface="Times New Roman"/>
                <a:sym typeface="Times New Roman"/>
              </a:rPr>
              <a:t>BACKGROUND</a:t>
            </a:r>
            <a:endParaRPr b="1" i="0" sz="4400" u="none" cap="none" strike="noStrike">
              <a:solidFill>
                <a:srgbClr val="000000"/>
              </a:solidFill>
              <a:latin typeface="Times New Roman"/>
              <a:ea typeface="Times New Roman"/>
              <a:cs typeface="Times New Roman"/>
              <a:sym typeface="Times New Roman"/>
            </a:endParaRPr>
          </a:p>
        </p:txBody>
      </p:sp>
      <p:sp>
        <p:nvSpPr>
          <p:cNvPr id="69" name="Google Shape;69;p13"/>
          <p:cNvSpPr/>
          <p:nvPr/>
        </p:nvSpPr>
        <p:spPr>
          <a:xfrm>
            <a:off x="187125" y="11103634"/>
            <a:ext cx="14767113" cy="1103213"/>
          </a:xfrm>
          <a:prstGeom prst="rect">
            <a:avLst/>
          </a:prstGeom>
          <a:solidFill>
            <a:srgbClr val="F08A8A"/>
          </a:solidFill>
          <a:ln cap="flat" cmpd="sng" w="38100">
            <a:solidFill>
              <a:srgbClr val="EBC521"/>
            </a:solidFill>
            <a:prstDash val="solid"/>
            <a:round/>
            <a:headEnd len="sm" w="sm" type="none"/>
            <a:tailEnd len="sm" w="sm" type="none"/>
          </a:ln>
          <a:effectLst>
            <a:outerShdw blurRad="157163" rotWithShape="0" algn="bl" dir="5400000" dist="123825">
              <a:srgbClr val="000000">
                <a:alpha val="18039"/>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highlight>
                <a:schemeClr val="dk1"/>
              </a:highlight>
              <a:latin typeface="Arial"/>
              <a:ea typeface="Arial"/>
              <a:cs typeface="Arial"/>
              <a:sym typeface="Arial"/>
            </a:endParaRPr>
          </a:p>
        </p:txBody>
      </p:sp>
      <p:sp>
        <p:nvSpPr>
          <p:cNvPr id="70" name="Google Shape;70;p13"/>
          <p:cNvSpPr txBox="1"/>
          <p:nvPr/>
        </p:nvSpPr>
        <p:spPr>
          <a:xfrm>
            <a:off x="2467268" y="11167821"/>
            <a:ext cx="10285200" cy="861744"/>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400"/>
              <a:buFont typeface="Arial"/>
              <a:buNone/>
            </a:pPr>
            <a:r>
              <a:rPr b="1" i="0" lang="en" sz="4400" u="none" cap="none" strike="noStrike">
                <a:solidFill>
                  <a:srgbClr val="000000"/>
                </a:solidFill>
                <a:latin typeface="Times New Roman"/>
                <a:ea typeface="Times New Roman"/>
                <a:cs typeface="Times New Roman"/>
                <a:sym typeface="Times New Roman"/>
              </a:rPr>
              <a:t>RESEARCH QUESTION </a:t>
            </a:r>
            <a:endParaRPr/>
          </a:p>
        </p:txBody>
      </p:sp>
      <p:sp>
        <p:nvSpPr>
          <p:cNvPr id="71" name="Google Shape;71;p13"/>
          <p:cNvSpPr/>
          <p:nvPr/>
        </p:nvSpPr>
        <p:spPr>
          <a:xfrm>
            <a:off x="296762" y="13586201"/>
            <a:ext cx="14604184" cy="954300"/>
          </a:xfrm>
          <a:prstGeom prst="rect">
            <a:avLst/>
          </a:prstGeom>
          <a:solidFill>
            <a:srgbClr val="F08A8A"/>
          </a:solidFill>
          <a:ln cap="flat" cmpd="sng" w="38100">
            <a:solidFill>
              <a:srgbClr val="EBC521"/>
            </a:solidFill>
            <a:prstDash val="solid"/>
            <a:round/>
            <a:headEnd len="sm" w="sm" type="none"/>
            <a:tailEnd len="sm" w="sm" type="none"/>
          </a:ln>
          <a:effectLst>
            <a:outerShdw blurRad="157163" rotWithShape="0" algn="bl" dir="5400000" dist="123825">
              <a:srgbClr val="000000">
                <a:alpha val="18039"/>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highlight>
                <a:schemeClr val="dk1"/>
              </a:highlight>
              <a:latin typeface="Arial"/>
              <a:ea typeface="Arial"/>
              <a:cs typeface="Arial"/>
              <a:sym typeface="Arial"/>
            </a:endParaRPr>
          </a:p>
        </p:txBody>
      </p:sp>
      <p:sp>
        <p:nvSpPr>
          <p:cNvPr id="72" name="Google Shape;72;p13"/>
          <p:cNvSpPr txBox="1"/>
          <p:nvPr/>
        </p:nvSpPr>
        <p:spPr>
          <a:xfrm>
            <a:off x="3884575" y="13653652"/>
            <a:ext cx="9422776" cy="861744"/>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400"/>
              <a:buFont typeface="Arial"/>
              <a:buNone/>
            </a:pPr>
            <a:r>
              <a:rPr b="1" i="0" lang="en" sz="4400" u="none" cap="none" strike="noStrike">
                <a:solidFill>
                  <a:schemeClr val="dk1"/>
                </a:solidFill>
                <a:latin typeface="Times New Roman"/>
                <a:ea typeface="Times New Roman"/>
                <a:cs typeface="Times New Roman"/>
                <a:sym typeface="Times New Roman"/>
              </a:rPr>
              <a:t>DATA &amp; METHODS</a:t>
            </a:r>
            <a:endParaRPr/>
          </a:p>
        </p:txBody>
      </p:sp>
      <p:sp>
        <p:nvSpPr>
          <p:cNvPr id="73" name="Google Shape;73;p13"/>
          <p:cNvSpPr/>
          <p:nvPr/>
        </p:nvSpPr>
        <p:spPr>
          <a:xfrm>
            <a:off x="29768726" y="23277658"/>
            <a:ext cx="13628575" cy="1007716"/>
          </a:xfrm>
          <a:prstGeom prst="rect">
            <a:avLst/>
          </a:prstGeom>
          <a:solidFill>
            <a:srgbClr val="F08A8A"/>
          </a:solidFill>
          <a:ln cap="flat" cmpd="sng" w="38100">
            <a:solidFill>
              <a:srgbClr val="EBC521"/>
            </a:solidFill>
            <a:prstDash val="solid"/>
            <a:round/>
            <a:headEnd len="sm" w="sm" type="none"/>
            <a:tailEnd len="sm" w="sm" type="none"/>
          </a:ln>
          <a:effectLst>
            <a:outerShdw blurRad="157163" rotWithShape="0" algn="bl" dir="5400000" dist="123825">
              <a:srgbClr val="000000">
                <a:alpha val="18039"/>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highlight>
                <a:schemeClr val="dk1"/>
              </a:highlight>
              <a:latin typeface="Arial"/>
              <a:ea typeface="Arial"/>
              <a:cs typeface="Arial"/>
              <a:sym typeface="Arial"/>
            </a:endParaRPr>
          </a:p>
        </p:txBody>
      </p:sp>
      <p:sp>
        <p:nvSpPr>
          <p:cNvPr id="74" name="Google Shape;74;p13"/>
          <p:cNvSpPr txBox="1"/>
          <p:nvPr/>
        </p:nvSpPr>
        <p:spPr>
          <a:xfrm>
            <a:off x="31716508" y="23350644"/>
            <a:ext cx="9570000" cy="861744"/>
          </a:xfrm>
          <a:prstGeom prst="rect">
            <a:avLst/>
          </a:prstGeom>
          <a:noFill/>
          <a:ln>
            <a:noFill/>
          </a:ln>
        </p:spPr>
        <p:txBody>
          <a:bodyPr anchorCtr="0" anchor="t" bIns="91425" lIns="114300" spcFirstLastPara="1" rIns="91425" wrap="square" tIns="91425">
            <a:spAutoFit/>
          </a:bodyPr>
          <a:lstStyle/>
          <a:p>
            <a:pPr indent="0" lvl="0" marL="0" marR="0" rtl="0" algn="ctr">
              <a:lnSpc>
                <a:spcPct val="100000"/>
              </a:lnSpc>
              <a:spcBef>
                <a:spcPts val="0"/>
              </a:spcBef>
              <a:spcAft>
                <a:spcPts val="0"/>
              </a:spcAft>
              <a:buClr>
                <a:srgbClr val="000000"/>
              </a:buClr>
              <a:buSzPts val="4400"/>
              <a:buFont typeface="Arial"/>
              <a:buNone/>
            </a:pPr>
            <a:r>
              <a:rPr b="1" i="0" lang="en" sz="4400" u="none" cap="none" strike="noStrike">
                <a:solidFill>
                  <a:schemeClr val="dk1"/>
                </a:solidFill>
                <a:latin typeface="Times New Roman"/>
                <a:ea typeface="Times New Roman"/>
                <a:cs typeface="Times New Roman"/>
                <a:sym typeface="Times New Roman"/>
              </a:rPr>
              <a:t>SELECTED REFERENCES</a:t>
            </a:r>
            <a:endParaRPr/>
          </a:p>
        </p:txBody>
      </p:sp>
      <p:sp>
        <p:nvSpPr>
          <p:cNvPr id="75" name="Google Shape;75;p13"/>
          <p:cNvSpPr txBox="1"/>
          <p:nvPr/>
        </p:nvSpPr>
        <p:spPr>
          <a:xfrm>
            <a:off x="16615946" y="13974885"/>
            <a:ext cx="11616600" cy="861744"/>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400"/>
              <a:buFont typeface="Arial"/>
              <a:buNone/>
            </a:pPr>
            <a:r>
              <a:rPr b="1" i="0" lang="en" sz="4400" u="none" cap="none" strike="noStrike">
                <a:solidFill>
                  <a:srgbClr val="000000"/>
                </a:solidFill>
                <a:latin typeface="Times New Roman"/>
                <a:ea typeface="Times New Roman"/>
                <a:cs typeface="Times New Roman"/>
                <a:sym typeface="Times New Roman"/>
              </a:rPr>
              <a:t>RESULTS</a:t>
            </a:r>
            <a:endParaRPr/>
          </a:p>
        </p:txBody>
      </p:sp>
      <p:sp>
        <p:nvSpPr>
          <p:cNvPr id="76" name="Google Shape;76;p13"/>
          <p:cNvSpPr txBox="1"/>
          <p:nvPr/>
        </p:nvSpPr>
        <p:spPr>
          <a:xfrm>
            <a:off x="15283285" y="5424520"/>
            <a:ext cx="14129400" cy="8433048"/>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300"/>
              </a:spcBef>
              <a:spcAft>
                <a:spcPts val="0"/>
              </a:spcAft>
              <a:buClr>
                <a:srgbClr val="000000"/>
              </a:buClr>
              <a:buSzPts val="2800"/>
              <a:buFont typeface="Arial"/>
              <a:buNone/>
            </a:pPr>
            <a:r>
              <a:rPr b="0" i="0" lang="en" sz="2800" u="none" cap="none" strike="noStrike">
                <a:solidFill>
                  <a:schemeClr val="dk1"/>
                </a:solidFill>
                <a:latin typeface="Times New Roman"/>
                <a:ea typeface="Times New Roman"/>
                <a:cs typeface="Times New Roman"/>
                <a:sym typeface="Times New Roman"/>
              </a:rPr>
              <a:t>To estimate the relationship between data center-driven electricity demand and residential electricity prices, this study uses time-series analysis </a:t>
            </a:r>
            <a:endParaRPr b="0" i="0" sz="2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300"/>
              </a:spcBef>
              <a:spcAft>
                <a:spcPts val="0"/>
              </a:spcAft>
              <a:buClr>
                <a:srgbClr val="000000"/>
              </a:buClr>
              <a:buSzPts val="1500"/>
              <a:buFont typeface="Arial"/>
              <a:buNone/>
            </a:pPr>
            <a:r>
              <a:t/>
            </a:r>
            <a:endParaRPr b="0" i="0" sz="1500" u="none" cap="none" strike="noStrike">
              <a:solidFill>
                <a:schemeClr val="dk1"/>
              </a:solidFill>
              <a:latin typeface="Times New Roman"/>
              <a:ea typeface="Times New Roman"/>
              <a:cs typeface="Times New Roman"/>
              <a:sym typeface="Times New Roman"/>
            </a:endParaRPr>
          </a:p>
          <a:p>
            <a:pPr indent="0" lvl="0" marL="50800" marR="0" rtl="0" algn="l">
              <a:lnSpc>
                <a:spcPct val="100000"/>
              </a:lnSpc>
              <a:spcBef>
                <a:spcPts val="300"/>
              </a:spcBef>
              <a:spcAft>
                <a:spcPts val="0"/>
              </a:spcAft>
              <a:buNone/>
            </a:pPr>
            <a:r>
              <a:rPr b="0" i="0" lang="en" sz="2800" u="none" cap="none" strike="noStrike">
                <a:solidFill>
                  <a:schemeClr val="dk1"/>
                </a:solidFill>
                <a:latin typeface="Times New Roman"/>
                <a:ea typeface="Times New Roman"/>
                <a:cs typeface="Times New Roman"/>
                <a:sym typeface="Times New Roman"/>
              </a:rPr>
              <a:t>1) Level Specification: </a:t>
            </a:r>
            <a:endParaRPr b="0" i="0" sz="2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300"/>
              </a:spcBef>
              <a:spcAft>
                <a:spcPts val="0"/>
              </a:spcAft>
              <a:buClr>
                <a:srgbClr val="000000"/>
              </a:buClr>
              <a:buSzPts val="1200"/>
              <a:buFont typeface="Arial"/>
              <a:buNone/>
            </a:pPr>
            <a:r>
              <a:t/>
            </a:r>
            <a:endParaRPr b="0" i="0" sz="12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300"/>
              </a:spcBef>
              <a:spcAft>
                <a:spcPts val="0"/>
              </a:spcAft>
              <a:buClr>
                <a:schemeClr val="dk1"/>
              </a:buClr>
              <a:buSzPts val="1100"/>
              <a:buFont typeface="Arial"/>
              <a:buNone/>
            </a:pPr>
            <a:r>
              <a:rPr b="1" i="0" lang="en" sz="2800" u="none" cap="none" strike="noStrike">
                <a:solidFill>
                  <a:schemeClr val="dk1"/>
                </a:solidFill>
                <a:latin typeface="Times New Roman"/>
                <a:ea typeface="Times New Roman"/>
                <a:cs typeface="Times New Roman"/>
                <a:sym typeface="Times New Roman"/>
              </a:rPr>
              <a:t> </a:t>
            </a:r>
            <a:r>
              <a:rPr b="1" i="1" lang="en" sz="2800" u="none" cap="none" strike="noStrike">
                <a:solidFill>
                  <a:schemeClr val="dk1"/>
                </a:solidFill>
                <a:latin typeface="Times New Roman"/>
                <a:ea typeface="Times New Roman"/>
                <a:cs typeface="Times New Roman"/>
                <a:sym typeface="Times New Roman"/>
              </a:rPr>
              <a:t>P</a:t>
            </a:r>
            <a:r>
              <a:rPr b="1" baseline="-25000" i="1" lang="en" sz="2800" u="none" cap="none" strike="noStrike">
                <a:solidFill>
                  <a:schemeClr val="dk1"/>
                </a:solidFill>
                <a:latin typeface="Times New Roman"/>
                <a:ea typeface="Times New Roman"/>
                <a:cs typeface="Times New Roman"/>
                <a:sym typeface="Times New Roman"/>
              </a:rPr>
              <a:t>t</a:t>
            </a:r>
            <a:r>
              <a:rPr b="1" i="0" lang="en" sz="2800" u="none" cap="none" strike="noStrike">
                <a:solidFill>
                  <a:schemeClr val="dk1"/>
                </a:solidFill>
                <a:latin typeface="Times New Roman"/>
                <a:ea typeface="Times New Roman"/>
                <a:cs typeface="Times New Roman"/>
                <a:sym typeface="Times New Roman"/>
              </a:rPr>
              <a:t> = </a:t>
            </a:r>
            <a:r>
              <a:rPr b="1" i="1" lang="en" sz="2800" u="none" cap="none" strike="noStrike">
                <a:solidFill>
                  <a:schemeClr val="dk1"/>
                </a:solidFill>
                <a:latin typeface="Times New Roman"/>
                <a:ea typeface="Times New Roman"/>
                <a:cs typeface="Times New Roman"/>
                <a:sym typeface="Times New Roman"/>
              </a:rPr>
              <a:t>β</a:t>
            </a:r>
            <a:r>
              <a:rPr b="1" baseline="-25000" i="1" lang="en" sz="2800" u="none" cap="none" strike="noStrike">
                <a:solidFill>
                  <a:schemeClr val="dk1"/>
                </a:solidFill>
                <a:latin typeface="Times New Roman"/>
                <a:ea typeface="Times New Roman"/>
                <a:cs typeface="Times New Roman"/>
                <a:sym typeface="Times New Roman"/>
              </a:rPr>
              <a:t>0</a:t>
            </a:r>
            <a:r>
              <a:rPr b="1" i="0" lang="en" sz="2800" u="none" cap="none" strike="noStrike">
                <a:solidFill>
                  <a:schemeClr val="dk1"/>
                </a:solidFill>
                <a:latin typeface="Times New Roman"/>
                <a:ea typeface="Times New Roman"/>
                <a:cs typeface="Times New Roman"/>
                <a:sym typeface="Times New Roman"/>
              </a:rPr>
              <a:t> + </a:t>
            </a:r>
            <a:r>
              <a:rPr b="1" i="1" lang="en" sz="2800" u="none" cap="none" strike="noStrike">
                <a:solidFill>
                  <a:schemeClr val="dk1"/>
                </a:solidFill>
                <a:latin typeface="Times New Roman"/>
                <a:ea typeface="Times New Roman"/>
                <a:cs typeface="Times New Roman"/>
                <a:sym typeface="Times New Roman"/>
              </a:rPr>
              <a:t>β</a:t>
            </a:r>
            <a:r>
              <a:rPr b="1" baseline="-25000" i="1" lang="en" sz="2800" u="none" cap="none" strike="noStrike">
                <a:solidFill>
                  <a:schemeClr val="dk1"/>
                </a:solidFill>
                <a:latin typeface="Times New Roman"/>
                <a:ea typeface="Times New Roman"/>
                <a:cs typeface="Times New Roman"/>
                <a:sym typeface="Times New Roman"/>
              </a:rPr>
              <a:t>1</a:t>
            </a:r>
            <a:r>
              <a:rPr b="1" i="0" lang="en" sz="2800" u="none" cap="none" strike="noStrike">
                <a:solidFill>
                  <a:schemeClr val="dk1"/>
                </a:solidFill>
                <a:latin typeface="Times New Roman"/>
                <a:ea typeface="Times New Roman"/>
                <a:cs typeface="Times New Roman"/>
                <a:sym typeface="Times New Roman"/>
              </a:rPr>
              <a:t>  </a:t>
            </a:r>
            <a:r>
              <a:rPr b="1" i="1" lang="en" sz="2800" u="none" cap="none" strike="noStrike">
                <a:solidFill>
                  <a:schemeClr val="dk1"/>
                </a:solidFill>
                <a:latin typeface="Times New Roman"/>
                <a:ea typeface="Times New Roman"/>
                <a:cs typeface="Times New Roman"/>
                <a:sym typeface="Times New Roman"/>
              </a:rPr>
              <a:t>G</a:t>
            </a:r>
            <a:r>
              <a:rPr b="1" baseline="-25000" i="1" lang="en" sz="2800" u="none" cap="none" strike="noStrike">
                <a:solidFill>
                  <a:schemeClr val="dk1"/>
                </a:solidFill>
                <a:latin typeface="Times New Roman"/>
                <a:ea typeface="Times New Roman"/>
                <a:cs typeface="Times New Roman"/>
                <a:sym typeface="Times New Roman"/>
              </a:rPr>
              <a:t>t−6</a:t>
            </a:r>
            <a:r>
              <a:rPr b="1" i="0" lang="en" sz="2800" u="none" cap="none" strike="noStrike">
                <a:solidFill>
                  <a:schemeClr val="dk1"/>
                </a:solidFill>
                <a:latin typeface="Times New Roman"/>
                <a:ea typeface="Times New Roman"/>
                <a:cs typeface="Times New Roman"/>
                <a:sym typeface="Times New Roman"/>
              </a:rPr>
              <a:t> + </a:t>
            </a:r>
            <a:r>
              <a:rPr b="1" i="1" lang="en" sz="2800" u="none" cap="none" strike="noStrike">
                <a:solidFill>
                  <a:schemeClr val="dk1"/>
                </a:solidFill>
                <a:latin typeface="Times New Roman"/>
                <a:ea typeface="Times New Roman"/>
                <a:cs typeface="Times New Roman"/>
                <a:sym typeface="Times New Roman"/>
              </a:rPr>
              <a:t>β</a:t>
            </a:r>
            <a:r>
              <a:rPr b="1" baseline="-25000" i="1" lang="en" sz="2800" u="none" cap="none" strike="noStrike">
                <a:solidFill>
                  <a:schemeClr val="dk1"/>
                </a:solidFill>
                <a:latin typeface="Times New Roman"/>
                <a:ea typeface="Times New Roman"/>
                <a:cs typeface="Times New Roman"/>
                <a:sym typeface="Times New Roman"/>
              </a:rPr>
              <a:t>2</a:t>
            </a:r>
            <a:r>
              <a:rPr b="1" i="0" lang="en" sz="2800" u="none" cap="none" strike="noStrike">
                <a:solidFill>
                  <a:schemeClr val="dk1"/>
                </a:solidFill>
                <a:latin typeface="Times New Roman"/>
                <a:ea typeface="Times New Roman"/>
                <a:cs typeface="Times New Roman"/>
                <a:sym typeface="Times New Roman"/>
              </a:rPr>
              <a:t> </a:t>
            </a:r>
            <a:r>
              <a:rPr b="1" i="1" lang="en" sz="2800" u="none" cap="none" strike="noStrike">
                <a:solidFill>
                  <a:schemeClr val="dk1"/>
                </a:solidFill>
                <a:latin typeface="Times New Roman"/>
                <a:ea typeface="Times New Roman"/>
                <a:cs typeface="Times New Roman"/>
                <a:sym typeface="Times New Roman"/>
              </a:rPr>
              <a:t>L</a:t>
            </a:r>
            <a:r>
              <a:rPr b="1" baseline="-25000" i="1" lang="en" sz="2800" u="none" cap="none" strike="noStrike">
                <a:solidFill>
                  <a:schemeClr val="dk1"/>
                </a:solidFill>
                <a:latin typeface="Times New Roman"/>
                <a:ea typeface="Times New Roman"/>
                <a:cs typeface="Times New Roman"/>
                <a:sym typeface="Times New Roman"/>
              </a:rPr>
              <a:t>t</a:t>
            </a:r>
            <a:r>
              <a:rPr b="1" i="0" lang="en" sz="2800" u="none" cap="none" strike="noStrike">
                <a:solidFill>
                  <a:schemeClr val="dk1"/>
                </a:solidFill>
                <a:latin typeface="Times New Roman"/>
                <a:ea typeface="Times New Roman"/>
                <a:cs typeface="Times New Roman"/>
                <a:sym typeface="Times New Roman"/>
              </a:rPr>
              <a:t> + </a:t>
            </a:r>
            <a:r>
              <a:rPr b="1" i="1" lang="en" sz="2800" u="none" cap="none" strike="noStrike">
                <a:solidFill>
                  <a:schemeClr val="dk1"/>
                </a:solidFill>
                <a:latin typeface="Times New Roman"/>
                <a:ea typeface="Times New Roman"/>
                <a:cs typeface="Times New Roman"/>
                <a:sym typeface="Times New Roman"/>
              </a:rPr>
              <a:t>β</a:t>
            </a:r>
            <a:r>
              <a:rPr b="1" baseline="-25000" i="1" lang="en" sz="2800" u="none" cap="none" strike="noStrike">
                <a:solidFill>
                  <a:schemeClr val="dk1"/>
                </a:solidFill>
                <a:latin typeface="Times New Roman"/>
                <a:ea typeface="Times New Roman"/>
                <a:cs typeface="Times New Roman"/>
                <a:sym typeface="Times New Roman"/>
              </a:rPr>
              <a:t>3</a:t>
            </a:r>
            <a:r>
              <a:rPr b="1" i="0" lang="en" sz="2800" u="none" cap="none" strike="noStrike">
                <a:solidFill>
                  <a:schemeClr val="dk1"/>
                </a:solidFill>
                <a:latin typeface="Times New Roman"/>
                <a:ea typeface="Times New Roman"/>
                <a:cs typeface="Times New Roman"/>
                <a:sym typeface="Times New Roman"/>
              </a:rPr>
              <a:t> </a:t>
            </a:r>
            <a:r>
              <a:rPr b="1" i="1" lang="en" sz="2800" u="none" cap="none" strike="noStrike">
                <a:solidFill>
                  <a:schemeClr val="dk1"/>
                </a:solidFill>
                <a:latin typeface="Times New Roman"/>
                <a:ea typeface="Times New Roman"/>
                <a:cs typeface="Times New Roman"/>
                <a:sym typeface="Times New Roman"/>
              </a:rPr>
              <a:t>B1</a:t>
            </a:r>
            <a:r>
              <a:rPr b="1" baseline="-25000" i="1" lang="en" sz="2800" u="none" cap="none" strike="noStrike">
                <a:solidFill>
                  <a:schemeClr val="dk1"/>
                </a:solidFill>
                <a:latin typeface="Times New Roman"/>
                <a:ea typeface="Times New Roman"/>
                <a:cs typeface="Times New Roman"/>
                <a:sym typeface="Times New Roman"/>
              </a:rPr>
              <a:t>t</a:t>
            </a:r>
            <a:r>
              <a:rPr b="1" i="0" lang="en" sz="2800" u="none" cap="none" strike="noStrike">
                <a:solidFill>
                  <a:schemeClr val="dk1"/>
                </a:solidFill>
                <a:latin typeface="Times New Roman"/>
                <a:ea typeface="Times New Roman"/>
                <a:cs typeface="Times New Roman"/>
                <a:sym typeface="Times New Roman"/>
              </a:rPr>
              <a:t> + </a:t>
            </a:r>
            <a:r>
              <a:rPr b="1" i="1" lang="en" sz="2800" u="none" cap="none" strike="noStrike">
                <a:solidFill>
                  <a:schemeClr val="dk1"/>
                </a:solidFill>
                <a:latin typeface="Times New Roman"/>
                <a:ea typeface="Times New Roman"/>
                <a:cs typeface="Times New Roman"/>
                <a:sym typeface="Times New Roman"/>
              </a:rPr>
              <a:t>β</a:t>
            </a:r>
            <a:r>
              <a:rPr b="1" baseline="-25000" i="1" lang="en" sz="2800" u="none" cap="none" strike="noStrike">
                <a:solidFill>
                  <a:schemeClr val="dk1"/>
                </a:solidFill>
                <a:latin typeface="Times New Roman"/>
                <a:ea typeface="Times New Roman"/>
                <a:cs typeface="Times New Roman"/>
                <a:sym typeface="Times New Roman"/>
              </a:rPr>
              <a:t>4</a:t>
            </a:r>
            <a:r>
              <a:rPr b="1" i="0" lang="en" sz="2800" u="none" cap="none" strike="noStrike">
                <a:solidFill>
                  <a:schemeClr val="dk1"/>
                </a:solidFill>
                <a:latin typeface="Times New Roman"/>
                <a:ea typeface="Times New Roman"/>
                <a:cs typeface="Times New Roman"/>
                <a:sym typeface="Times New Roman"/>
              </a:rPr>
              <a:t> </a:t>
            </a:r>
            <a:r>
              <a:rPr b="1" i="1" lang="en" sz="2800" u="none" cap="none" strike="noStrike">
                <a:solidFill>
                  <a:schemeClr val="dk1"/>
                </a:solidFill>
                <a:latin typeface="Times New Roman"/>
                <a:ea typeface="Times New Roman"/>
                <a:cs typeface="Times New Roman"/>
                <a:sym typeface="Times New Roman"/>
              </a:rPr>
              <a:t>B2</a:t>
            </a:r>
            <a:r>
              <a:rPr b="1" baseline="-25000" i="1" lang="en" sz="2800" u="none" cap="none" strike="noStrike">
                <a:solidFill>
                  <a:schemeClr val="dk1"/>
                </a:solidFill>
                <a:latin typeface="Times New Roman"/>
                <a:ea typeface="Times New Roman"/>
                <a:cs typeface="Times New Roman"/>
                <a:sym typeface="Times New Roman"/>
              </a:rPr>
              <a:t>t</a:t>
            </a:r>
            <a:r>
              <a:rPr b="1" i="0" lang="en" sz="2800" u="none" cap="none" strike="noStrike">
                <a:solidFill>
                  <a:schemeClr val="dk1"/>
                </a:solidFill>
                <a:latin typeface="Times New Roman"/>
                <a:ea typeface="Times New Roman"/>
                <a:cs typeface="Times New Roman"/>
                <a:sym typeface="Times New Roman"/>
              </a:rPr>
              <a:t> </a:t>
            </a:r>
            <a:r>
              <a:rPr b="1" i="1" lang="en" sz="2800" u="none" cap="none" strike="noStrike">
                <a:solidFill>
                  <a:schemeClr val="dk1"/>
                </a:solidFill>
                <a:latin typeface="Times New Roman"/>
                <a:ea typeface="Times New Roman"/>
                <a:cs typeface="Times New Roman"/>
                <a:sym typeface="Times New Roman"/>
              </a:rPr>
              <a:t>+</a:t>
            </a:r>
            <a:r>
              <a:rPr b="1" i="0" lang="en" sz="2800" u="none" cap="none" strike="noStrike">
                <a:solidFill>
                  <a:srgbClr val="000000"/>
                </a:solidFill>
                <a:latin typeface="Times New Roman"/>
                <a:ea typeface="Times New Roman"/>
                <a:cs typeface="Times New Roman"/>
                <a:sym typeface="Times New Roman"/>
              </a:rPr>
              <a:t> </a:t>
            </a:r>
            <a:r>
              <a:rPr b="1" i="1" lang="en" sz="2800" u="none" cap="none" strike="noStrike">
                <a:solidFill>
                  <a:srgbClr val="000000"/>
                </a:solidFill>
                <a:latin typeface="Times New Roman"/>
                <a:ea typeface="Times New Roman"/>
                <a:cs typeface="Times New Roman"/>
                <a:sym typeface="Times New Roman"/>
              </a:rPr>
              <a:t>X</a:t>
            </a:r>
            <a:r>
              <a:rPr b="1" baseline="-25000" i="1" lang="en" sz="2800" u="none" cap="none" strike="noStrike">
                <a:solidFill>
                  <a:srgbClr val="000000"/>
                </a:solidFill>
                <a:latin typeface="Times New Roman"/>
                <a:ea typeface="Times New Roman"/>
                <a:cs typeface="Times New Roman"/>
                <a:sym typeface="Times New Roman"/>
              </a:rPr>
              <a:t>t</a:t>
            </a:r>
            <a:r>
              <a:rPr b="1" i="0" lang="en" sz="2800" u="none" cap="none" strike="noStrike">
                <a:solidFill>
                  <a:srgbClr val="000000"/>
                </a:solidFill>
                <a:latin typeface="Times New Roman"/>
                <a:ea typeface="Times New Roman"/>
                <a:cs typeface="Times New Roman"/>
                <a:sym typeface="Times New Roman"/>
              </a:rPr>
              <a:t> </a:t>
            </a:r>
            <a:r>
              <a:rPr b="0" i="0" lang="en" sz="2800" u="none" cap="none" strike="noStrike">
                <a:solidFill>
                  <a:srgbClr val="000000"/>
                </a:solidFill>
                <a:latin typeface="Times New Roman"/>
                <a:ea typeface="Times New Roman"/>
                <a:cs typeface="Times New Roman"/>
                <a:sym typeface="Times New Roman"/>
              </a:rPr>
              <a:t>γ +</a:t>
            </a:r>
            <a:r>
              <a:rPr b="1" i="1" lang="en" sz="2800" u="none" cap="none" strike="noStrike">
                <a:solidFill>
                  <a:schemeClr val="dk1"/>
                </a:solidFill>
                <a:latin typeface="Times New Roman"/>
                <a:ea typeface="Times New Roman"/>
                <a:cs typeface="Times New Roman"/>
                <a:sym typeface="Times New Roman"/>
              </a:rPr>
              <a:t> δ</a:t>
            </a:r>
            <a:r>
              <a:rPr b="1" baseline="-25000" i="1" lang="en" sz="2800" u="none" cap="none" strike="noStrike">
                <a:solidFill>
                  <a:schemeClr val="dk1"/>
                </a:solidFill>
                <a:latin typeface="Times New Roman"/>
                <a:ea typeface="Times New Roman"/>
                <a:cs typeface="Times New Roman"/>
                <a:sym typeface="Times New Roman"/>
              </a:rPr>
              <a:t>m</a:t>
            </a:r>
            <a:r>
              <a:rPr b="1" i="0" lang="en" sz="2800" u="none" cap="none" strike="noStrike">
                <a:solidFill>
                  <a:schemeClr val="dk1"/>
                </a:solidFill>
                <a:latin typeface="Times New Roman"/>
                <a:ea typeface="Times New Roman"/>
                <a:cs typeface="Times New Roman"/>
                <a:sym typeface="Times New Roman"/>
              </a:rPr>
              <a:t> </a:t>
            </a:r>
            <a:r>
              <a:rPr b="1" i="1" lang="en" sz="2800" u="none" cap="none" strike="noStrike">
                <a:solidFill>
                  <a:schemeClr val="dk1"/>
                </a:solidFill>
                <a:latin typeface="Times New Roman"/>
                <a:ea typeface="Times New Roman"/>
                <a:cs typeface="Times New Roman"/>
                <a:sym typeface="Times New Roman"/>
              </a:rPr>
              <a:t>mon</a:t>
            </a:r>
            <a:r>
              <a:rPr b="1" baseline="-25000" i="1" lang="en" sz="2800" u="none" cap="none" strike="noStrike">
                <a:solidFill>
                  <a:schemeClr val="dk1"/>
                </a:solidFill>
                <a:latin typeface="Times New Roman"/>
                <a:ea typeface="Times New Roman"/>
                <a:cs typeface="Times New Roman"/>
                <a:sym typeface="Times New Roman"/>
              </a:rPr>
              <a:t>m(t)</a:t>
            </a:r>
            <a:r>
              <a:rPr b="1" i="0" lang="en" sz="2800" u="none" cap="none" strike="noStrike">
                <a:solidFill>
                  <a:schemeClr val="dk1"/>
                </a:solidFill>
                <a:latin typeface="Times New Roman"/>
                <a:ea typeface="Times New Roman"/>
                <a:cs typeface="Times New Roman"/>
                <a:sym typeface="Times New Roman"/>
              </a:rPr>
              <a:t> + </a:t>
            </a:r>
            <a:r>
              <a:rPr b="1" i="1" lang="en" sz="2800" u="none" cap="none" strike="noStrike">
                <a:solidFill>
                  <a:schemeClr val="dk1"/>
                </a:solidFill>
                <a:latin typeface="Times New Roman"/>
                <a:ea typeface="Times New Roman"/>
                <a:cs typeface="Times New Roman"/>
                <a:sym typeface="Times New Roman"/>
              </a:rPr>
              <a:t>λ</a:t>
            </a:r>
            <a:r>
              <a:rPr b="1" i="0" lang="en" sz="2800" u="none" cap="none" strike="noStrike">
                <a:solidFill>
                  <a:schemeClr val="dk1"/>
                </a:solidFill>
                <a:latin typeface="Times New Roman"/>
                <a:ea typeface="Times New Roman"/>
                <a:cs typeface="Times New Roman"/>
                <a:sym typeface="Times New Roman"/>
              </a:rPr>
              <a:t> </a:t>
            </a:r>
            <a:r>
              <a:rPr b="1" i="1" lang="en" sz="2800" u="none" cap="none" strike="noStrike">
                <a:solidFill>
                  <a:schemeClr val="dk1"/>
                </a:solidFill>
                <a:latin typeface="Times New Roman"/>
                <a:ea typeface="Times New Roman"/>
                <a:cs typeface="Times New Roman"/>
                <a:sym typeface="Times New Roman"/>
              </a:rPr>
              <a:t>trend</a:t>
            </a:r>
            <a:r>
              <a:rPr b="1" baseline="-25000" i="1" lang="en" sz="2800" u="none" cap="none" strike="noStrike">
                <a:solidFill>
                  <a:schemeClr val="dk1"/>
                </a:solidFill>
                <a:latin typeface="Times New Roman"/>
                <a:ea typeface="Times New Roman"/>
                <a:cs typeface="Times New Roman"/>
                <a:sym typeface="Times New Roman"/>
              </a:rPr>
              <a:t>t</a:t>
            </a:r>
            <a:r>
              <a:rPr b="1" i="0" lang="en" sz="2800" u="none" cap="none" strike="noStrike">
                <a:solidFill>
                  <a:schemeClr val="dk1"/>
                </a:solidFill>
                <a:latin typeface="Times New Roman"/>
                <a:ea typeface="Times New Roman"/>
                <a:cs typeface="Times New Roman"/>
                <a:sym typeface="Times New Roman"/>
              </a:rPr>
              <a:t> + </a:t>
            </a:r>
            <a:r>
              <a:rPr b="1" i="1" lang="en" sz="2800" u="none" cap="none" strike="noStrike">
                <a:solidFill>
                  <a:schemeClr val="dk1"/>
                </a:solidFill>
                <a:latin typeface="Times New Roman"/>
                <a:ea typeface="Times New Roman"/>
                <a:cs typeface="Times New Roman"/>
                <a:sym typeface="Times New Roman"/>
              </a:rPr>
              <a:t>ε</a:t>
            </a:r>
            <a:r>
              <a:rPr b="1" baseline="-25000" i="1" lang="en" sz="2800" u="none" cap="none" strike="noStrike">
                <a:solidFill>
                  <a:schemeClr val="dk1"/>
                </a:solidFill>
                <a:latin typeface="Times New Roman"/>
                <a:ea typeface="Times New Roman"/>
                <a:cs typeface="Times New Roman"/>
                <a:sym typeface="Times New Roman"/>
              </a:rPr>
              <a:t>t</a:t>
            </a:r>
            <a:r>
              <a:rPr b="1" i="0" lang="en" sz="2800" u="none" cap="none" strike="noStrike">
                <a:solidFill>
                  <a:schemeClr val="dk1"/>
                </a:solidFill>
                <a:latin typeface="Times New Roman"/>
                <a:ea typeface="Times New Roman"/>
                <a:cs typeface="Times New Roman"/>
                <a:sym typeface="Times New Roman"/>
              </a:rPr>
              <a:t> </a:t>
            </a:r>
            <a:endParaRPr b="1" i="0" sz="2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300"/>
              </a:spcBef>
              <a:spcAft>
                <a:spcPts val="0"/>
              </a:spcAft>
              <a:buClr>
                <a:srgbClr val="000000"/>
              </a:buClr>
              <a:buSzPts val="1500"/>
              <a:buFont typeface="Arial"/>
              <a:buNone/>
            </a:pPr>
            <a:r>
              <a:t/>
            </a:r>
            <a:endParaRPr b="0" i="0" sz="15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300"/>
              </a:spcBef>
              <a:spcAft>
                <a:spcPts val="0"/>
              </a:spcAft>
              <a:buClr>
                <a:srgbClr val="000000"/>
              </a:buClr>
              <a:buSzPts val="2800"/>
              <a:buFont typeface="Arial"/>
              <a:buNone/>
            </a:pPr>
            <a:r>
              <a:rPr b="0" i="0" lang="en" sz="2800" u="none" cap="none" strike="noStrike">
                <a:solidFill>
                  <a:schemeClr val="dk1"/>
                </a:solidFill>
                <a:latin typeface="Times New Roman"/>
                <a:ea typeface="Times New Roman"/>
                <a:cs typeface="Times New Roman"/>
                <a:sym typeface="Times New Roman"/>
              </a:rPr>
              <a:t>Estimates change in: </a:t>
            </a:r>
            <a:endParaRPr b="0" i="0" sz="2800" u="none" cap="none" strike="noStrike">
              <a:solidFill>
                <a:schemeClr val="dk1"/>
              </a:solidFill>
              <a:latin typeface="Times New Roman"/>
              <a:ea typeface="Times New Roman"/>
              <a:cs typeface="Times New Roman"/>
              <a:sym typeface="Times New Roman"/>
            </a:endParaRPr>
          </a:p>
          <a:p>
            <a:pPr indent="-457200" lvl="0" marL="508000" marR="0" rtl="0" algn="l">
              <a:lnSpc>
                <a:spcPct val="100000"/>
              </a:lnSpc>
              <a:spcBef>
                <a:spcPts val="0"/>
              </a:spcBef>
              <a:spcAft>
                <a:spcPts val="0"/>
              </a:spcAft>
              <a:buClr>
                <a:schemeClr val="dk1"/>
              </a:buClr>
              <a:buSzPts val="2800"/>
              <a:buFont typeface="Arial"/>
              <a:buChar char="•"/>
            </a:pPr>
            <a:r>
              <a:rPr b="0" i="0" lang="en" sz="2800" u="none" cap="none" strike="noStrike">
                <a:solidFill>
                  <a:schemeClr val="dk1"/>
                </a:solidFill>
                <a:latin typeface="Times New Roman"/>
                <a:ea typeface="Times New Roman"/>
                <a:cs typeface="Times New Roman"/>
                <a:sym typeface="Times New Roman"/>
              </a:rPr>
              <a:t>Lagged natural gas price, </a:t>
            </a:r>
            <a:r>
              <a:rPr b="0" i="1" lang="en" sz="2800" u="none" cap="none" strike="noStrike">
                <a:solidFill>
                  <a:schemeClr val="dk1"/>
                </a:solidFill>
                <a:latin typeface="Times New Roman"/>
                <a:ea typeface="Times New Roman"/>
                <a:cs typeface="Times New Roman"/>
                <a:sym typeface="Times New Roman"/>
              </a:rPr>
              <a:t>G</a:t>
            </a:r>
            <a:r>
              <a:rPr b="0" baseline="-25000" i="1" lang="en" sz="2800" u="none" cap="none" strike="noStrike">
                <a:solidFill>
                  <a:schemeClr val="dk1"/>
                </a:solidFill>
                <a:latin typeface="Times New Roman"/>
                <a:ea typeface="Times New Roman"/>
                <a:cs typeface="Times New Roman"/>
                <a:sym typeface="Times New Roman"/>
              </a:rPr>
              <a:t>t−6</a:t>
            </a:r>
            <a:r>
              <a:rPr b="0" i="0" lang="en" sz="2800" u="none" cap="none" strike="noStrike">
                <a:solidFill>
                  <a:schemeClr val="dk1"/>
                </a:solidFill>
                <a:latin typeface="Times New Roman"/>
                <a:ea typeface="Times New Roman"/>
                <a:cs typeface="Times New Roman"/>
                <a:sym typeface="Times New Roman"/>
              </a:rPr>
              <a:t> (real Henry Hub, $/MMBtu, 6-month lag)</a:t>
            </a:r>
            <a:endParaRPr b="0" i="0" sz="2800" u="none" cap="none" strike="noStrike">
              <a:solidFill>
                <a:schemeClr val="dk1"/>
              </a:solidFill>
              <a:latin typeface="Times New Roman"/>
              <a:ea typeface="Times New Roman"/>
              <a:cs typeface="Times New Roman"/>
              <a:sym typeface="Times New Roman"/>
            </a:endParaRPr>
          </a:p>
          <a:p>
            <a:pPr indent="-457200" lvl="0" marL="508000" marR="0" rtl="0" algn="l">
              <a:lnSpc>
                <a:spcPct val="100000"/>
              </a:lnSpc>
              <a:spcBef>
                <a:spcPts val="0"/>
              </a:spcBef>
              <a:spcAft>
                <a:spcPts val="0"/>
              </a:spcAft>
              <a:buClr>
                <a:schemeClr val="dk1"/>
              </a:buClr>
              <a:buSzPts val="2800"/>
              <a:buFont typeface="Arial"/>
              <a:buChar char="•"/>
            </a:pPr>
            <a:r>
              <a:rPr b="0" i="0" lang="en" sz="2800" u="none" cap="none" strike="noStrike">
                <a:solidFill>
                  <a:schemeClr val="dk1"/>
                </a:solidFill>
                <a:latin typeface="Times New Roman"/>
                <a:ea typeface="Times New Roman"/>
                <a:cs typeface="Times New Roman"/>
                <a:sym typeface="Times New Roman"/>
              </a:rPr>
              <a:t>Electricity load, </a:t>
            </a:r>
            <a:r>
              <a:rPr b="0" i="1" lang="en" sz="2800" u="none" cap="none" strike="noStrike">
                <a:solidFill>
                  <a:schemeClr val="dk1"/>
                </a:solidFill>
                <a:latin typeface="Times New Roman"/>
                <a:ea typeface="Times New Roman"/>
                <a:cs typeface="Times New Roman"/>
                <a:sym typeface="Times New Roman"/>
              </a:rPr>
              <a:t>L</a:t>
            </a:r>
            <a:r>
              <a:rPr b="0" baseline="-25000" i="1" lang="en" sz="2800" u="none" cap="none" strike="noStrike">
                <a:solidFill>
                  <a:schemeClr val="dk1"/>
                </a:solidFill>
                <a:latin typeface="Times New Roman"/>
                <a:ea typeface="Times New Roman"/>
                <a:cs typeface="Times New Roman"/>
                <a:sym typeface="Times New Roman"/>
              </a:rPr>
              <a:t>t</a:t>
            </a:r>
            <a:r>
              <a:rPr b="0" i="0" lang="en" sz="2800" u="none" cap="none" strike="noStrike">
                <a:solidFill>
                  <a:schemeClr val="dk1"/>
                </a:solidFill>
                <a:latin typeface="Times New Roman"/>
                <a:ea typeface="Times New Roman"/>
                <a:cs typeface="Times New Roman"/>
                <a:sym typeface="Times New Roman"/>
              </a:rPr>
              <a:t>  (DOM zone monthly load, GWh)</a:t>
            </a:r>
            <a:endParaRPr b="0" i="0" sz="2800" u="none" cap="none" strike="noStrike">
              <a:solidFill>
                <a:schemeClr val="dk1"/>
              </a:solidFill>
              <a:latin typeface="Times New Roman"/>
              <a:ea typeface="Times New Roman"/>
              <a:cs typeface="Times New Roman"/>
              <a:sym typeface="Times New Roman"/>
            </a:endParaRPr>
          </a:p>
          <a:p>
            <a:pPr indent="-457200" lvl="0" marL="508000" marR="0" rtl="0" algn="l">
              <a:lnSpc>
                <a:spcPct val="100000"/>
              </a:lnSpc>
              <a:spcBef>
                <a:spcPts val="0"/>
              </a:spcBef>
              <a:spcAft>
                <a:spcPts val="0"/>
              </a:spcAft>
              <a:buClr>
                <a:schemeClr val="dk1"/>
              </a:buClr>
              <a:buSzPts val="2800"/>
              <a:buFont typeface="Arial"/>
              <a:buChar char="•"/>
            </a:pPr>
            <a:r>
              <a:rPr b="0" i="0" lang="en" sz="2800" u="none" cap="none" strike="noStrike">
                <a:solidFill>
                  <a:schemeClr val="dk1"/>
                </a:solidFill>
                <a:latin typeface="Times New Roman"/>
                <a:ea typeface="Times New Roman"/>
                <a:cs typeface="Times New Roman"/>
                <a:sym typeface="Times New Roman"/>
              </a:rPr>
              <a:t>Structural breaks, </a:t>
            </a:r>
            <a:r>
              <a:rPr b="0" i="1" lang="en" sz="2800" u="none" cap="none" strike="noStrike">
                <a:solidFill>
                  <a:schemeClr val="dk1"/>
                </a:solidFill>
                <a:latin typeface="Times New Roman"/>
                <a:ea typeface="Times New Roman"/>
                <a:cs typeface="Times New Roman"/>
                <a:sym typeface="Times New Roman"/>
              </a:rPr>
              <a:t>B1</a:t>
            </a:r>
            <a:r>
              <a:rPr b="0" baseline="-25000" i="1" lang="en" sz="2800" u="none" cap="none" strike="noStrike">
                <a:solidFill>
                  <a:schemeClr val="dk1"/>
                </a:solidFill>
                <a:latin typeface="Times New Roman"/>
                <a:ea typeface="Times New Roman"/>
                <a:cs typeface="Times New Roman"/>
                <a:sym typeface="Times New Roman"/>
              </a:rPr>
              <a:t>t</a:t>
            </a:r>
            <a:r>
              <a:rPr b="0" i="0" lang="en" sz="2800" u="none" cap="none" strike="noStrike">
                <a:solidFill>
                  <a:schemeClr val="dk1"/>
                </a:solidFill>
                <a:latin typeface="Times New Roman"/>
                <a:ea typeface="Times New Roman"/>
                <a:cs typeface="Times New Roman"/>
                <a:sym typeface="Times New Roman"/>
              </a:rPr>
              <a:t>  and </a:t>
            </a:r>
            <a:r>
              <a:rPr b="0" i="1" lang="en" sz="2800" u="none" cap="none" strike="noStrike">
                <a:solidFill>
                  <a:schemeClr val="dk1"/>
                </a:solidFill>
                <a:latin typeface="Times New Roman"/>
                <a:ea typeface="Times New Roman"/>
                <a:cs typeface="Times New Roman"/>
                <a:sym typeface="Times New Roman"/>
              </a:rPr>
              <a:t>B2</a:t>
            </a:r>
            <a:r>
              <a:rPr b="0" baseline="-25000" i="1" lang="en" sz="2800" u="none" cap="none" strike="noStrike">
                <a:solidFill>
                  <a:schemeClr val="dk1"/>
                </a:solidFill>
                <a:latin typeface="Times New Roman"/>
                <a:ea typeface="Times New Roman"/>
                <a:cs typeface="Times New Roman"/>
                <a:sym typeface="Times New Roman"/>
              </a:rPr>
              <a:t>t</a:t>
            </a:r>
            <a:r>
              <a:rPr b="0" i="0" lang="en" sz="2800" u="none" cap="none" strike="noStrike">
                <a:solidFill>
                  <a:schemeClr val="dk1"/>
                </a:solidFill>
                <a:latin typeface="Times New Roman"/>
                <a:ea typeface="Times New Roman"/>
                <a:cs typeface="Times New Roman"/>
                <a:sym typeface="Times New Roman"/>
              </a:rPr>
              <a:t> (indicators for Oct. 2021 and Mar. 2023)</a:t>
            </a:r>
            <a:endParaRPr b="0" i="0" sz="2800" u="none" cap="none" strike="noStrike">
              <a:solidFill>
                <a:schemeClr val="dk1"/>
              </a:solidFill>
              <a:latin typeface="Times New Roman"/>
              <a:ea typeface="Times New Roman"/>
              <a:cs typeface="Times New Roman"/>
              <a:sym typeface="Times New Roman"/>
            </a:endParaRPr>
          </a:p>
          <a:p>
            <a:pPr indent="-457200" lvl="0" marL="508000" marR="0" rtl="0" algn="l">
              <a:lnSpc>
                <a:spcPct val="100000"/>
              </a:lnSpc>
              <a:spcBef>
                <a:spcPts val="0"/>
              </a:spcBef>
              <a:spcAft>
                <a:spcPts val="0"/>
              </a:spcAft>
              <a:buClr>
                <a:schemeClr val="dk1"/>
              </a:buClr>
              <a:buSzPts val="2800"/>
              <a:buFont typeface="Arial"/>
              <a:buChar char="•"/>
            </a:pPr>
            <a:r>
              <a:rPr b="0" i="0" lang="en" sz="2800" u="none" cap="none" strike="noStrike">
                <a:solidFill>
                  <a:schemeClr val="dk1"/>
                </a:solidFill>
                <a:latin typeface="Times New Roman"/>
                <a:ea typeface="Times New Roman"/>
                <a:cs typeface="Times New Roman"/>
                <a:sym typeface="Times New Roman"/>
              </a:rPr>
              <a:t>Seasonality and trend: </a:t>
            </a:r>
            <a:r>
              <a:rPr b="0" i="1" lang="en" sz="2800" u="none" cap="none" strike="noStrike">
                <a:solidFill>
                  <a:schemeClr val="dk1"/>
                </a:solidFill>
                <a:latin typeface="Times New Roman"/>
                <a:ea typeface="Times New Roman"/>
                <a:cs typeface="Times New Roman"/>
                <a:sym typeface="Times New Roman"/>
              </a:rPr>
              <a:t>mon</a:t>
            </a:r>
            <a:r>
              <a:rPr b="0" baseline="-25000" i="1" lang="en" sz="2800" u="none" cap="none" strike="noStrike">
                <a:solidFill>
                  <a:schemeClr val="dk1"/>
                </a:solidFill>
                <a:latin typeface="Times New Roman"/>
                <a:ea typeface="Times New Roman"/>
                <a:cs typeface="Times New Roman"/>
                <a:sym typeface="Times New Roman"/>
              </a:rPr>
              <a:t>m(t)</a:t>
            </a:r>
            <a:r>
              <a:rPr b="0" i="0" lang="en" sz="2800" u="none" cap="none" strike="noStrike">
                <a:solidFill>
                  <a:schemeClr val="dk1"/>
                </a:solidFill>
                <a:latin typeface="Times New Roman"/>
                <a:ea typeface="Times New Roman"/>
                <a:cs typeface="Times New Roman"/>
                <a:sym typeface="Times New Roman"/>
              </a:rPr>
              <a:t> (month fixed effects), </a:t>
            </a:r>
            <a:r>
              <a:rPr b="0" i="1" lang="en" sz="2800" u="none" cap="none" strike="noStrike">
                <a:solidFill>
                  <a:schemeClr val="dk1"/>
                </a:solidFill>
                <a:latin typeface="Times New Roman"/>
                <a:ea typeface="Times New Roman"/>
                <a:cs typeface="Times New Roman"/>
                <a:sym typeface="Times New Roman"/>
              </a:rPr>
              <a:t>trend</a:t>
            </a:r>
            <a:r>
              <a:rPr b="0" baseline="-25000" i="1" lang="en" sz="2800" u="none" cap="none" strike="noStrike">
                <a:solidFill>
                  <a:schemeClr val="dk1"/>
                </a:solidFill>
                <a:latin typeface="Times New Roman"/>
                <a:ea typeface="Times New Roman"/>
                <a:cs typeface="Times New Roman"/>
                <a:sym typeface="Times New Roman"/>
              </a:rPr>
              <a:t>t</a:t>
            </a:r>
            <a:r>
              <a:rPr b="0" i="0" lang="en" sz="2800" u="none" cap="none" strike="noStrike">
                <a:solidFill>
                  <a:schemeClr val="dk1"/>
                </a:solidFill>
                <a:latin typeface="Times New Roman"/>
                <a:ea typeface="Times New Roman"/>
                <a:cs typeface="Times New Roman"/>
                <a:sym typeface="Times New Roman"/>
              </a:rPr>
              <a:t> (linear time trend)</a:t>
            </a:r>
            <a:endParaRPr b="0" i="0" sz="2800" u="none" cap="none" strike="noStrike">
              <a:solidFill>
                <a:schemeClr val="dk1"/>
              </a:solidFill>
              <a:latin typeface="Times New Roman"/>
              <a:ea typeface="Times New Roman"/>
              <a:cs typeface="Times New Roman"/>
              <a:sym typeface="Times New Roman"/>
            </a:endParaRPr>
          </a:p>
          <a:p>
            <a:pPr indent="-457200" lvl="0" marL="508000" marR="0" rtl="0" algn="l">
              <a:lnSpc>
                <a:spcPct val="100000"/>
              </a:lnSpc>
              <a:spcBef>
                <a:spcPts val="0"/>
              </a:spcBef>
              <a:spcAft>
                <a:spcPts val="0"/>
              </a:spcAft>
              <a:buClr>
                <a:schemeClr val="dk1"/>
              </a:buClr>
              <a:buSzPts val="2800"/>
              <a:buFont typeface="Arial"/>
              <a:buChar char="•"/>
            </a:pPr>
            <a:r>
              <a:rPr b="0" i="0" lang="en" sz="2800" u="none" cap="none" strike="noStrike">
                <a:solidFill>
                  <a:schemeClr val="dk1"/>
                </a:solidFill>
                <a:latin typeface="Times New Roman"/>
                <a:ea typeface="Times New Roman"/>
                <a:cs typeface="Times New Roman"/>
                <a:sym typeface="Times New Roman"/>
              </a:rPr>
              <a:t>Load × Post interaction, </a:t>
            </a:r>
            <a:r>
              <a:rPr b="0" i="1" lang="en" sz="2800" u="none" cap="none" strike="noStrike">
                <a:solidFill>
                  <a:schemeClr val="dk1"/>
                </a:solidFill>
                <a:latin typeface="Times New Roman"/>
                <a:ea typeface="Times New Roman"/>
                <a:cs typeface="Times New Roman"/>
                <a:sym typeface="Times New Roman"/>
              </a:rPr>
              <a:t>L</a:t>
            </a:r>
            <a:r>
              <a:rPr b="0" baseline="-25000" i="1" lang="en" sz="2800" u="none" cap="none" strike="noStrike">
                <a:solidFill>
                  <a:schemeClr val="dk1"/>
                </a:solidFill>
                <a:latin typeface="Times New Roman"/>
                <a:ea typeface="Times New Roman"/>
                <a:cs typeface="Times New Roman"/>
                <a:sym typeface="Times New Roman"/>
              </a:rPr>
              <a:t>t</a:t>
            </a:r>
            <a:r>
              <a:rPr b="0" i="0" lang="en" sz="2800" u="none" cap="none" strike="noStrike">
                <a:solidFill>
                  <a:schemeClr val="dk1"/>
                </a:solidFill>
                <a:latin typeface="Times New Roman"/>
                <a:ea typeface="Times New Roman"/>
                <a:cs typeface="Times New Roman"/>
                <a:sym typeface="Times New Roman"/>
              </a:rPr>
              <a:t>  × </a:t>
            </a:r>
            <a:r>
              <a:rPr b="0" i="1" lang="en" sz="2800" u="none" cap="none" strike="noStrike">
                <a:solidFill>
                  <a:schemeClr val="dk1"/>
                </a:solidFill>
                <a:latin typeface="Times New Roman"/>
                <a:ea typeface="Times New Roman"/>
                <a:cs typeface="Times New Roman"/>
                <a:sym typeface="Times New Roman"/>
              </a:rPr>
              <a:t>Post</a:t>
            </a:r>
            <a:r>
              <a:rPr b="0" baseline="-25000" i="1" lang="en" sz="2800" u="none" cap="none" strike="noStrike">
                <a:solidFill>
                  <a:schemeClr val="dk1"/>
                </a:solidFill>
                <a:latin typeface="Times New Roman"/>
                <a:ea typeface="Times New Roman"/>
                <a:cs typeface="Times New Roman"/>
                <a:sym typeface="Times New Roman"/>
              </a:rPr>
              <a:t>t</a:t>
            </a:r>
            <a:r>
              <a:rPr b="0" i="0" lang="en" sz="2800" u="none" cap="none" strike="noStrike">
                <a:solidFill>
                  <a:schemeClr val="dk1"/>
                </a:solidFill>
                <a:latin typeface="Times New Roman"/>
                <a:ea typeface="Times New Roman"/>
                <a:cs typeface="Times New Roman"/>
                <a:sym typeface="Times New Roman"/>
              </a:rPr>
              <a:t>  (M6 only; </a:t>
            </a:r>
            <a:r>
              <a:rPr b="0" i="1" lang="en" sz="2800" u="none" cap="none" strike="noStrike">
                <a:solidFill>
                  <a:schemeClr val="dk1"/>
                </a:solidFill>
                <a:latin typeface="Times New Roman"/>
                <a:ea typeface="Times New Roman"/>
                <a:cs typeface="Times New Roman"/>
                <a:sym typeface="Times New Roman"/>
              </a:rPr>
              <a:t>Post</a:t>
            </a:r>
            <a:r>
              <a:rPr b="0" baseline="-25000" i="1" lang="en" sz="2800" u="none" cap="none" strike="noStrike">
                <a:solidFill>
                  <a:schemeClr val="dk1"/>
                </a:solidFill>
                <a:latin typeface="Times New Roman"/>
                <a:ea typeface="Times New Roman"/>
                <a:cs typeface="Times New Roman"/>
                <a:sym typeface="Times New Roman"/>
              </a:rPr>
              <a:t>t</a:t>
            </a:r>
            <a:r>
              <a:rPr b="0" i="0" lang="en" sz="2800" u="none" cap="none" strike="noStrike">
                <a:solidFill>
                  <a:schemeClr val="dk1"/>
                </a:solidFill>
                <a:latin typeface="Times New Roman"/>
                <a:ea typeface="Times New Roman"/>
                <a:cs typeface="Times New Roman"/>
                <a:sym typeface="Times New Roman"/>
              </a:rPr>
              <a:t> = 1 from Jan. 2023) </a:t>
            </a:r>
            <a:endParaRPr/>
          </a:p>
          <a:p>
            <a:pPr indent="0" lvl="0" marL="50800" marR="0" rtl="0" algn="l">
              <a:lnSpc>
                <a:spcPct val="100000"/>
              </a:lnSpc>
              <a:spcBef>
                <a:spcPts val="0"/>
              </a:spcBef>
              <a:spcAft>
                <a:spcPts val="0"/>
              </a:spcAft>
              <a:buNone/>
            </a:pPr>
            <a:r>
              <a:t/>
            </a:r>
            <a:endParaRPr b="0" i="0" sz="1400" u="none" cap="none" strike="noStrike">
              <a:solidFill>
                <a:schemeClr val="dk1"/>
              </a:solidFill>
              <a:latin typeface="Times New Roman"/>
              <a:ea typeface="Times New Roman"/>
              <a:cs typeface="Times New Roman"/>
              <a:sym typeface="Times New Roman"/>
            </a:endParaRPr>
          </a:p>
          <a:p>
            <a:pPr indent="0" lvl="0" marL="50800" marR="0" rtl="0" algn="l">
              <a:lnSpc>
                <a:spcPct val="100000"/>
              </a:lnSpc>
              <a:spcBef>
                <a:spcPts val="300"/>
              </a:spcBef>
              <a:spcAft>
                <a:spcPts val="0"/>
              </a:spcAft>
              <a:buNone/>
            </a:pPr>
            <a:r>
              <a:rPr b="0" i="0" lang="en" sz="2800" u="none" cap="none" strike="noStrike">
                <a:solidFill>
                  <a:schemeClr val="dk1"/>
                </a:solidFill>
                <a:latin typeface="Times New Roman"/>
                <a:ea typeface="Times New Roman"/>
                <a:cs typeface="Times New Roman"/>
                <a:sym typeface="Times New Roman"/>
              </a:rPr>
              <a:t>2) First-Difference Model:</a:t>
            </a:r>
            <a:endParaRPr b="0" i="0" sz="2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300"/>
              </a:spcBef>
              <a:spcAft>
                <a:spcPts val="0"/>
              </a:spcAft>
              <a:buClr>
                <a:srgbClr val="000000"/>
              </a:buClr>
              <a:buSzPts val="1500"/>
              <a:buFont typeface="Arial"/>
              <a:buNone/>
            </a:pPr>
            <a:r>
              <a:t/>
            </a:r>
            <a:endParaRPr b="0" i="0" sz="15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300"/>
              </a:spcBef>
              <a:spcAft>
                <a:spcPts val="0"/>
              </a:spcAft>
              <a:buClr>
                <a:srgbClr val="000000"/>
              </a:buClr>
              <a:buSzPts val="2800"/>
              <a:buFont typeface="Arial"/>
              <a:buNone/>
            </a:pPr>
            <a:r>
              <a:rPr b="1" i="1" lang="en" sz="2800" u="none" cap="none" strike="noStrike">
                <a:solidFill>
                  <a:schemeClr val="dk1"/>
                </a:solidFill>
                <a:latin typeface="Times New Roman"/>
                <a:ea typeface="Times New Roman"/>
                <a:cs typeface="Times New Roman"/>
                <a:sym typeface="Times New Roman"/>
              </a:rPr>
              <a:t>Δ P</a:t>
            </a:r>
            <a:r>
              <a:rPr b="1" baseline="-25000" i="1" lang="en" sz="2800" u="none" cap="none" strike="noStrike">
                <a:solidFill>
                  <a:schemeClr val="dk1"/>
                </a:solidFill>
                <a:latin typeface="Times New Roman"/>
                <a:ea typeface="Times New Roman"/>
                <a:cs typeface="Times New Roman"/>
                <a:sym typeface="Times New Roman"/>
              </a:rPr>
              <a:t>t</a:t>
            </a:r>
            <a:r>
              <a:rPr b="1" i="0" lang="en" sz="2800" u="none" cap="none" strike="noStrike">
                <a:solidFill>
                  <a:schemeClr val="dk1"/>
                </a:solidFill>
                <a:latin typeface="Times New Roman"/>
                <a:ea typeface="Times New Roman"/>
                <a:cs typeface="Times New Roman"/>
                <a:sym typeface="Times New Roman"/>
              </a:rPr>
              <a:t> = </a:t>
            </a:r>
            <a:r>
              <a:rPr b="1" i="1" lang="en" sz="2800" u="none" cap="none" strike="noStrike">
                <a:solidFill>
                  <a:schemeClr val="dk1"/>
                </a:solidFill>
                <a:latin typeface="Times New Roman"/>
                <a:ea typeface="Times New Roman"/>
                <a:cs typeface="Times New Roman"/>
                <a:sym typeface="Times New Roman"/>
              </a:rPr>
              <a:t>β</a:t>
            </a:r>
            <a:r>
              <a:rPr b="1" baseline="-25000" i="1" lang="en" sz="2800" u="none" cap="none" strike="noStrike">
                <a:solidFill>
                  <a:schemeClr val="dk1"/>
                </a:solidFill>
                <a:latin typeface="Times New Roman"/>
                <a:ea typeface="Times New Roman"/>
                <a:cs typeface="Times New Roman"/>
                <a:sym typeface="Times New Roman"/>
              </a:rPr>
              <a:t>0</a:t>
            </a:r>
            <a:r>
              <a:rPr b="1" i="0" lang="en" sz="2800" u="none" cap="none" strike="noStrike">
                <a:solidFill>
                  <a:schemeClr val="dk1"/>
                </a:solidFill>
                <a:latin typeface="Times New Roman"/>
                <a:ea typeface="Times New Roman"/>
                <a:cs typeface="Times New Roman"/>
                <a:sym typeface="Times New Roman"/>
              </a:rPr>
              <a:t> + </a:t>
            </a:r>
            <a:r>
              <a:rPr b="1" i="1" lang="en" sz="2800" u="none" cap="none" strike="noStrike">
                <a:solidFill>
                  <a:schemeClr val="dk1"/>
                </a:solidFill>
                <a:latin typeface="Times New Roman"/>
                <a:ea typeface="Times New Roman"/>
                <a:cs typeface="Times New Roman"/>
                <a:sym typeface="Times New Roman"/>
              </a:rPr>
              <a:t>β</a:t>
            </a:r>
            <a:r>
              <a:rPr b="1" baseline="-25000" i="1" lang="en" sz="2800" u="none" cap="none" strike="noStrike">
                <a:solidFill>
                  <a:schemeClr val="dk1"/>
                </a:solidFill>
                <a:latin typeface="Times New Roman"/>
                <a:ea typeface="Times New Roman"/>
                <a:cs typeface="Times New Roman"/>
                <a:sym typeface="Times New Roman"/>
              </a:rPr>
              <a:t>1</a:t>
            </a:r>
            <a:r>
              <a:rPr b="1" i="0" lang="en" sz="2800" u="none" cap="none" strike="noStrike">
                <a:solidFill>
                  <a:schemeClr val="dk1"/>
                </a:solidFill>
                <a:latin typeface="Times New Roman"/>
                <a:ea typeface="Times New Roman"/>
                <a:cs typeface="Times New Roman"/>
                <a:sym typeface="Times New Roman"/>
              </a:rPr>
              <a:t> Δ </a:t>
            </a:r>
            <a:r>
              <a:rPr b="1" i="1" lang="en" sz="2800" u="none" cap="none" strike="noStrike">
                <a:solidFill>
                  <a:schemeClr val="dk1"/>
                </a:solidFill>
                <a:latin typeface="Times New Roman"/>
                <a:ea typeface="Times New Roman"/>
                <a:cs typeface="Times New Roman"/>
                <a:sym typeface="Times New Roman"/>
              </a:rPr>
              <a:t>G</a:t>
            </a:r>
            <a:r>
              <a:rPr b="1" baseline="-25000" i="1" lang="en" sz="2800" u="none" cap="none" strike="noStrike">
                <a:solidFill>
                  <a:schemeClr val="dk1"/>
                </a:solidFill>
                <a:latin typeface="Times New Roman"/>
                <a:ea typeface="Times New Roman"/>
                <a:cs typeface="Times New Roman"/>
                <a:sym typeface="Times New Roman"/>
              </a:rPr>
              <a:t>t−6</a:t>
            </a:r>
            <a:r>
              <a:rPr b="1" i="0" lang="en" sz="2800" u="none" cap="none" strike="noStrike">
                <a:solidFill>
                  <a:schemeClr val="dk1"/>
                </a:solidFill>
                <a:latin typeface="Times New Roman"/>
                <a:ea typeface="Times New Roman"/>
                <a:cs typeface="Times New Roman"/>
                <a:sym typeface="Times New Roman"/>
              </a:rPr>
              <a:t> + </a:t>
            </a:r>
            <a:r>
              <a:rPr b="1" i="1" lang="en" sz="2800" u="none" cap="none" strike="noStrike">
                <a:solidFill>
                  <a:schemeClr val="dk1"/>
                </a:solidFill>
                <a:latin typeface="Times New Roman"/>
                <a:ea typeface="Times New Roman"/>
                <a:cs typeface="Times New Roman"/>
                <a:sym typeface="Times New Roman"/>
              </a:rPr>
              <a:t>β</a:t>
            </a:r>
            <a:r>
              <a:rPr b="1" baseline="-25000" i="1" lang="en" sz="2800" u="none" cap="none" strike="noStrike">
                <a:solidFill>
                  <a:schemeClr val="dk1"/>
                </a:solidFill>
                <a:latin typeface="Times New Roman"/>
                <a:ea typeface="Times New Roman"/>
                <a:cs typeface="Times New Roman"/>
                <a:sym typeface="Times New Roman"/>
              </a:rPr>
              <a:t>2</a:t>
            </a:r>
            <a:r>
              <a:rPr b="1" i="0" lang="en" sz="2800" u="none" cap="none" strike="noStrike">
                <a:solidFill>
                  <a:schemeClr val="dk1"/>
                </a:solidFill>
                <a:latin typeface="Times New Roman"/>
                <a:ea typeface="Times New Roman"/>
                <a:cs typeface="Times New Roman"/>
                <a:sym typeface="Times New Roman"/>
              </a:rPr>
              <a:t> Δ </a:t>
            </a:r>
            <a:r>
              <a:rPr b="1" i="1" lang="en" sz="2800" u="none" cap="none" strike="noStrike">
                <a:solidFill>
                  <a:schemeClr val="dk1"/>
                </a:solidFill>
                <a:latin typeface="Times New Roman"/>
                <a:ea typeface="Times New Roman"/>
                <a:cs typeface="Times New Roman"/>
                <a:sym typeface="Times New Roman"/>
              </a:rPr>
              <a:t>L</a:t>
            </a:r>
            <a:r>
              <a:rPr b="1" baseline="-25000" i="1" lang="en" sz="2800" u="none" cap="none" strike="noStrike">
                <a:solidFill>
                  <a:schemeClr val="dk1"/>
                </a:solidFill>
                <a:latin typeface="Times New Roman"/>
                <a:ea typeface="Times New Roman"/>
                <a:cs typeface="Times New Roman"/>
                <a:sym typeface="Times New Roman"/>
              </a:rPr>
              <a:t>t</a:t>
            </a:r>
            <a:r>
              <a:rPr b="1" i="0" lang="en" sz="2800" u="none" cap="none" strike="noStrike">
                <a:solidFill>
                  <a:schemeClr val="dk1"/>
                </a:solidFill>
                <a:latin typeface="Times New Roman"/>
                <a:ea typeface="Times New Roman"/>
                <a:cs typeface="Times New Roman"/>
                <a:sym typeface="Times New Roman"/>
              </a:rPr>
              <a:t> +</a:t>
            </a:r>
            <a:r>
              <a:rPr b="1" i="1" lang="en" sz="2800" u="none" cap="none" strike="noStrike">
                <a:solidFill>
                  <a:schemeClr val="dk1"/>
                </a:solidFill>
                <a:latin typeface="Times New Roman"/>
                <a:ea typeface="Times New Roman"/>
                <a:cs typeface="Times New Roman"/>
                <a:sym typeface="Times New Roman"/>
              </a:rPr>
              <a:t>X</a:t>
            </a:r>
            <a:r>
              <a:rPr b="1" baseline="-25000" i="1" lang="en" sz="2800" u="none" cap="none" strike="noStrike">
                <a:solidFill>
                  <a:schemeClr val="dk1"/>
                </a:solidFill>
                <a:latin typeface="Times New Roman"/>
                <a:ea typeface="Times New Roman"/>
                <a:cs typeface="Times New Roman"/>
                <a:sym typeface="Times New Roman"/>
              </a:rPr>
              <a:t>t</a:t>
            </a:r>
            <a:r>
              <a:rPr b="1" i="0" lang="en" sz="2800" u="none" cap="none" strike="noStrike">
                <a:solidFill>
                  <a:schemeClr val="dk1"/>
                </a:solidFill>
                <a:latin typeface="Times New Roman"/>
                <a:ea typeface="Times New Roman"/>
                <a:cs typeface="Times New Roman"/>
                <a:sym typeface="Times New Roman"/>
              </a:rPr>
              <a:t> </a:t>
            </a:r>
            <a:r>
              <a:rPr b="0" i="0" lang="en" sz="2800" u="none" cap="none" strike="noStrike">
                <a:solidFill>
                  <a:schemeClr val="dk1"/>
                </a:solidFill>
                <a:latin typeface="Times New Roman"/>
                <a:ea typeface="Times New Roman"/>
                <a:cs typeface="Times New Roman"/>
                <a:sym typeface="Times New Roman"/>
              </a:rPr>
              <a:t>γ</a:t>
            </a:r>
            <a:r>
              <a:rPr b="1" i="0" lang="en" sz="2800" u="none" cap="none" strike="noStrike">
                <a:solidFill>
                  <a:schemeClr val="dk1"/>
                </a:solidFill>
                <a:latin typeface="Times New Roman"/>
                <a:ea typeface="Times New Roman"/>
                <a:cs typeface="Times New Roman"/>
                <a:sym typeface="Times New Roman"/>
              </a:rPr>
              <a:t> + </a:t>
            </a:r>
            <a:r>
              <a:rPr b="1" i="1" lang="en" sz="2800" u="none" cap="none" strike="noStrike">
                <a:solidFill>
                  <a:schemeClr val="dk1"/>
                </a:solidFill>
                <a:latin typeface="Times New Roman"/>
                <a:ea typeface="Times New Roman"/>
                <a:cs typeface="Times New Roman"/>
                <a:sym typeface="Times New Roman"/>
              </a:rPr>
              <a:t>ε</a:t>
            </a:r>
            <a:r>
              <a:rPr b="1" baseline="-25000" i="1" lang="en" sz="2800" u="none" cap="none" strike="noStrike">
                <a:solidFill>
                  <a:schemeClr val="dk1"/>
                </a:solidFill>
                <a:latin typeface="Times New Roman"/>
                <a:ea typeface="Times New Roman"/>
                <a:cs typeface="Times New Roman"/>
                <a:sym typeface="Times New Roman"/>
              </a:rPr>
              <a:t>t</a:t>
            </a:r>
            <a:endParaRPr b="0" i="0" sz="2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600"/>
              </a:spcBef>
              <a:spcAft>
                <a:spcPts val="0"/>
              </a:spcAft>
              <a:buClr>
                <a:srgbClr val="000000"/>
              </a:buClr>
              <a:buSzPts val="2800"/>
              <a:buFont typeface="Arial"/>
              <a:buNone/>
            </a:pPr>
            <a:r>
              <a:rPr b="0" i="0" lang="en" sz="2800" u="none" cap="none" strike="noStrike">
                <a:solidFill>
                  <a:schemeClr val="dk1"/>
                </a:solidFill>
                <a:latin typeface="Times New Roman"/>
                <a:ea typeface="Times New Roman"/>
                <a:cs typeface="Times New Roman"/>
                <a:sym typeface="Times New Roman"/>
              </a:rPr>
              <a:t>Examines whether short-term changes in electricity demand and fuel prices are associated with residential electricity prices after removing long-term trends. </a:t>
            </a:r>
            <a:endParaRPr b="0" i="0" sz="2800" u="none" cap="none" strike="noStrike">
              <a:solidFill>
                <a:schemeClr val="dk1"/>
              </a:solidFill>
              <a:latin typeface="Times New Roman"/>
              <a:ea typeface="Times New Roman"/>
              <a:cs typeface="Times New Roman"/>
              <a:sym typeface="Times New Roman"/>
            </a:endParaRPr>
          </a:p>
          <a:p>
            <a:pPr indent="-457200" lvl="0" marL="508000" marR="0" rtl="0" algn="l">
              <a:lnSpc>
                <a:spcPct val="100000"/>
              </a:lnSpc>
              <a:spcBef>
                <a:spcPts val="1200"/>
              </a:spcBef>
              <a:spcAft>
                <a:spcPts val="600"/>
              </a:spcAft>
              <a:buClr>
                <a:schemeClr val="dk1"/>
              </a:buClr>
              <a:buSzPts val="2800"/>
              <a:buFont typeface="Arial"/>
              <a:buChar char="•"/>
            </a:pPr>
            <a:r>
              <a:rPr b="0" i="0" lang="en" sz="2800" u="none" cap="none" strike="noStrike">
                <a:solidFill>
                  <a:schemeClr val="dk1"/>
                </a:solidFill>
                <a:latin typeface="Times New Roman"/>
                <a:ea typeface="Times New Roman"/>
                <a:cs typeface="Times New Roman"/>
                <a:sym typeface="Times New Roman"/>
              </a:rPr>
              <a:t>Controls, </a:t>
            </a:r>
            <a:r>
              <a:rPr b="1" i="1" lang="en" sz="2800" u="none" cap="none" strike="noStrike">
                <a:solidFill>
                  <a:schemeClr val="dk1"/>
                </a:solidFill>
                <a:latin typeface="Times New Roman"/>
                <a:ea typeface="Times New Roman"/>
                <a:cs typeface="Times New Roman"/>
                <a:sym typeface="Times New Roman"/>
              </a:rPr>
              <a:t>X</a:t>
            </a:r>
            <a:r>
              <a:rPr b="1" baseline="-25000" i="1" lang="en" sz="2800" u="none" cap="none" strike="noStrike">
                <a:solidFill>
                  <a:schemeClr val="dk1"/>
                </a:solidFill>
                <a:latin typeface="Times New Roman"/>
                <a:ea typeface="Times New Roman"/>
                <a:cs typeface="Times New Roman"/>
                <a:sym typeface="Times New Roman"/>
              </a:rPr>
              <a:t>t</a:t>
            </a:r>
            <a:r>
              <a:rPr b="1" i="0" lang="en" sz="2800" u="none" cap="none" strike="noStrike">
                <a:solidFill>
                  <a:schemeClr val="dk1"/>
                </a:solidFill>
                <a:latin typeface="Times New Roman"/>
                <a:ea typeface="Times New Roman"/>
                <a:cs typeface="Times New Roman"/>
                <a:sym typeface="Times New Roman"/>
              </a:rPr>
              <a:t> </a:t>
            </a:r>
            <a:r>
              <a:rPr b="0" i="0" lang="en" sz="2800" u="none" cap="none" strike="noStrike">
                <a:solidFill>
                  <a:schemeClr val="dk1"/>
                </a:solidFill>
                <a:latin typeface="Times New Roman"/>
                <a:ea typeface="Times New Roman"/>
                <a:cs typeface="Times New Roman"/>
                <a:sym typeface="Times New Roman"/>
              </a:rPr>
              <a:t>(HDD, CDD, residential customer counts, gas generation share) </a:t>
            </a:r>
            <a:endParaRPr b="0" i="0" sz="2800" u="none" cap="none" strike="noStrike">
              <a:solidFill>
                <a:schemeClr val="dk1"/>
              </a:solidFill>
              <a:latin typeface="Times New Roman"/>
              <a:ea typeface="Times New Roman"/>
              <a:cs typeface="Times New Roman"/>
              <a:sym typeface="Times New Roman"/>
            </a:endParaRPr>
          </a:p>
        </p:txBody>
      </p:sp>
      <p:sp>
        <p:nvSpPr>
          <p:cNvPr id="77" name="Google Shape;77;p13"/>
          <p:cNvSpPr txBox="1"/>
          <p:nvPr/>
        </p:nvSpPr>
        <p:spPr>
          <a:xfrm>
            <a:off x="31232866" y="15864835"/>
            <a:ext cx="8192700" cy="1108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rPr b="1" i="0" lang="en" sz="3000" u="none" cap="none" strike="noStrike">
                <a:solidFill>
                  <a:srgbClr val="3D85C6"/>
                </a:solidFill>
                <a:latin typeface="Times New Roman"/>
                <a:ea typeface="Times New Roman"/>
                <a:cs typeface="Times New Roman"/>
                <a:sym typeface="Times New Roman"/>
              </a:rPr>
              <a:t>Figure 2: Coefficient Stability Across Specifications</a:t>
            </a:r>
            <a:endParaRPr b="1" i="0" sz="3000" u="none" cap="none" strike="noStrike">
              <a:solidFill>
                <a:srgbClr val="3D85C6"/>
              </a:solidFill>
              <a:latin typeface="Times New Roman"/>
              <a:ea typeface="Times New Roman"/>
              <a:cs typeface="Times New Roman"/>
              <a:sym typeface="Times New Roman"/>
            </a:endParaRPr>
          </a:p>
        </p:txBody>
      </p:sp>
      <p:sp>
        <p:nvSpPr>
          <p:cNvPr id="78" name="Google Shape;78;p13"/>
          <p:cNvSpPr txBox="1"/>
          <p:nvPr/>
        </p:nvSpPr>
        <p:spPr>
          <a:xfrm>
            <a:off x="29768726" y="24349854"/>
            <a:ext cx="13124040" cy="4475700"/>
          </a:xfrm>
          <a:prstGeom prst="rect">
            <a:avLst/>
          </a:prstGeom>
          <a:noFill/>
          <a:ln>
            <a:noFill/>
          </a:ln>
        </p:spPr>
        <p:txBody>
          <a:bodyPr anchorCtr="0" anchor="t" bIns="91425" lIns="91425" spcFirstLastPara="1" rIns="91425" wrap="square" tIns="91425">
            <a:noAutofit/>
          </a:bodyPr>
          <a:lstStyle/>
          <a:p>
            <a:pPr indent="-514350" lvl="0" marL="514350" marR="0" rtl="0" algn="l">
              <a:lnSpc>
                <a:spcPct val="100000"/>
              </a:lnSpc>
              <a:spcBef>
                <a:spcPts val="300"/>
              </a:spcBef>
              <a:spcAft>
                <a:spcPts val="0"/>
              </a:spcAft>
              <a:buClr>
                <a:srgbClr val="000000"/>
              </a:buClr>
              <a:buSzPts val="2800"/>
              <a:buFont typeface="Arial"/>
              <a:buAutoNum type="arabicPeriod"/>
            </a:pPr>
            <a:r>
              <a:rPr b="0" i="0" lang="en" sz="2800" u="none" cap="none" strike="noStrike">
                <a:solidFill>
                  <a:schemeClr val="dk1"/>
                </a:solidFill>
                <a:uFill>
                  <a:noFill/>
                </a:uFill>
                <a:latin typeface="Times New Roman"/>
                <a:ea typeface="Times New Roman"/>
                <a:cs typeface="Times New Roman"/>
                <a:sym typeface="Times New Roman"/>
                <a:hlinkClick r:id="rId4">
                  <a:extLst>
                    <a:ext uri="{A12FA001-AC4F-418D-AE19-62706E023703}">
                      <ahyp:hlinkClr val="tx"/>
                    </a:ext>
                  </a:extLst>
                </a:hlinkClick>
              </a:rPr>
              <a:t>Koot, M., &amp; Wijnhoven, F. (2021). Usage impact on data center electricity needs: A system dynamic forecasting model. Applied Energy, 291, 116798. https://doi.org/10.1016/j.apenergy.2021.116798 </a:t>
            </a:r>
            <a:endParaRPr b="0" i="0" sz="2800" u="none" cap="none" strike="noStrike">
              <a:solidFill>
                <a:schemeClr val="dk1"/>
              </a:solidFill>
              <a:latin typeface="Times New Roman"/>
              <a:ea typeface="Times New Roman"/>
              <a:cs typeface="Times New Roman"/>
              <a:sym typeface="Times New Roman"/>
            </a:endParaRPr>
          </a:p>
          <a:p>
            <a:pPr indent="-514350" lvl="0" marL="514350" marR="0" rtl="0" algn="l">
              <a:lnSpc>
                <a:spcPct val="100000"/>
              </a:lnSpc>
              <a:spcBef>
                <a:spcPts val="600"/>
              </a:spcBef>
              <a:spcAft>
                <a:spcPts val="0"/>
              </a:spcAft>
              <a:buClr>
                <a:srgbClr val="000000"/>
              </a:buClr>
              <a:buSzPts val="2800"/>
              <a:buFont typeface="Arial"/>
              <a:buAutoNum type="arabicPeriod"/>
            </a:pPr>
            <a:r>
              <a:rPr b="0" i="0" lang="en" sz="2800" u="none" cap="none" strike="noStrike">
                <a:solidFill>
                  <a:schemeClr val="dk1"/>
                </a:solidFill>
                <a:latin typeface="Times New Roman"/>
                <a:ea typeface="Times New Roman"/>
                <a:cs typeface="Times New Roman"/>
                <a:sym typeface="Times New Roman"/>
              </a:rPr>
              <a:t>Kay, O., Reaser, R., &amp; Taylor, R. (2026). Processing Power: The Effect of Data Centers on Wholesale Electricity Markets. Federal Reserve Bank of Dallas, Working Papers, 2026(2606). https://doi.org/10.24149/wp2606 </a:t>
            </a:r>
            <a:endParaRPr b="0" i="0" sz="2800" u="none" cap="none" strike="noStrike">
              <a:solidFill>
                <a:schemeClr val="dk1"/>
              </a:solidFill>
              <a:latin typeface="Times New Roman"/>
              <a:ea typeface="Times New Roman"/>
              <a:cs typeface="Times New Roman"/>
              <a:sym typeface="Times New Roman"/>
            </a:endParaRPr>
          </a:p>
          <a:p>
            <a:pPr indent="-514350" lvl="0" marL="514350" marR="0" rtl="0" algn="l">
              <a:lnSpc>
                <a:spcPct val="100000"/>
              </a:lnSpc>
              <a:spcBef>
                <a:spcPts val="600"/>
              </a:spcBef>
              <a:spcAft>
                <a:spcPts val="300"/>
              </a:spcAft>
              <a:buClr>
                <a:srgbClr val="000000"/>
              </a:buClr>
              <a:buSzPts val="2800"/>
              <a:buFont typeface="Arial"/>
              <a:buAutoNum type="arabicPeriod"/>
            </a:pPr>
            <a:r>
              <a:rPr b="0" i="0" lang="en" sz="2800" u="none" cap="none" strike="noStrike">
                <a:solidFill>
                  <a:schemeClr val="dk1"/>
                </a:solidFill>
                <a:uFill>
                  <a:noFill/>
                </a:uFill>
                <a:latin typeface="Times New Roman"/>
                <a:ea typeface="Times New Roman"/>
                <a:cs typeface="Times New Roman"/>
                <a:sym typeface="Times New Roman"/>
                <a:hlinkClick r:id="rId5">
                  <a:extLst>
                    <a:ext uri="{A12FA001-AC4F-418D-AE19-62706E023703}">
                      <ahyp:hlinkClr val="tx"/>
                    </a:ext>
                  </a:extLst>
                </a:hlinkClick>
              </a:rPr>
              <a:t>Wiser, R., O’Shaughnessy, E., Barbose, G., Cappers, P., &amp; Gorman, W. (2025). Factors Influencing Recent Trends in Retail Electricity Prices in the United States (SSRN Scholarly Paper No. 5337664). Social Science Research Network. https://doi.org/10.2139/ssrn.5337664 </a:t>
            </a:r>
            <a:endParaRPr b="0" i="0" sz="2800" u="none" cap="none" strike="noStrike">
              <a:solidFill>
                <a:schemeClr val="dk2"/>
              </a:solidFill>
              <a:latin typeface="Times New Roman"/>
              <a:ea typeface="Times New Roman"/>
              <a:cs typeface="Times New Roman"/>
              <a:sym typeface="Times New Roman"/>
            </a:endParaRPr>
          </a:p>
        </p:txBody>
      </p:sp>
      <p:sp>
        <p:nvSpPr>
          <p:cNvPr id="79" name="Google Shape;79;p13"/>
          <p:cNvSpPr txBox="1"/>
          <p:nvPr/>
        </p:nvSpPr>
        <p:spPr>
          <a:xfrm>
            <a:off x="29852263" y="30010256"/>
            <a:ext cx="13461500" cy="2142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n" sz="2800" u="none" cap="none" strike="noStrike">
                <a:solidFill>
                  <a:schemeClr val="dk1"/>
                </a:solidFill>
                <a:latin typeface="Times New Roman"/>
                <a:ea typeface="Times New Roman"/>
                <a:cs typeface="Times New Roman"/>
                <a:sym typeface="Times New Roman"/>
              </a:rPr>
              <a:t>This research was supported by the Immersive Research Internship Experience program at the University of Maryland.</a:t>
            </a:r>
            <a:endParaRPr/>
          </a:p>
          <a:p>
            <a:pPr indent="0" lvl="0" marL="0" marR="0" rtl="0" algn="l">
              <a:lnSpc>
                <a:spcPct val="100000"/>
              </a:lnSpc>
              <a:spcBef>
                <a:spcPts val="0"/>
              </a:spcBef>
              <a:spcAft>
                <a:spcPts val="0"/>
              </a:spcAft>
              <a:buClr>
                <a:srgbClr val="000000"/>
              </a:buClr>
              <a:buSzPts val="2800"/>
              <a:buFont typeface="Arial"/>
              <a:buNone/>
            </a:pPr>
            <a:r>
              <a:rPr b="0" i="0" lang="en" sz="2800" u="none" cap="none" strike="noStrike">
                <a:solidFill>
                  <a:schemeClr val="dk1"/>
                </a:solidFill>
                <a:latin typeface="Times New Roman"/>
                <a:ea typeface="Times New Roman"/>
                <a:cs typeface="Times New Roman"/>
                <a:sym typeface="Times New Roman"/>
              </a:rPr>
              <a:t>We thank the faculty leader, </a:t>
            </a:r>
            <a:r>
              <a:rPr b="1" i="0" lang="en" sz="2800" u="none" cap="none" strike="noStrike">
                <a:solidFill>
                  <a:schemeClr val="dk1"/>
                </a:solidFill>
                <a:latin typeface="Times New Roman"/>
                <a:ea typeface="Times New Roman"/>
                <a:cs typeface="Times New Roman"/>
                <a:sym typeface="Times New Roman"/>
              </a:rPr>
              <a:t>Dr. Hélène Nguemgaing</a:t>
            </a:r>
            <a:r>
              <a:rPr b="0" i="0" lang="en" sz="2800" u="none" cap="none" strike="noStrike">
                <a:solidFill>
                  <a:schemeClr val="dk1"/>
                </a:solidFill>
                <a:latin typeface="Times New Roman"/>
                <a:ea typeface="Times New Roman"/>
                <a:cs typeface="Times New Roman"/>
                <a:sym typeface="Times New Roman"/>
              </a:rPr>
              <a:t>, and our faculty collaborators. Special thanks to all our team members: </a:t>
            </a:r>
            <a:r>
              <a:rPr b="1" i="0" lang="en" sz="2800" u="none" cap="none" strike="noStrike">
                <a:solidFill>
                  <a:schemeClr val="dk1"/>
                </a:solidFill>
                <a:latin typeface="Times New Roman"/>
                <a:ea typeface="Times New Roman"/>
                <a:cs typeface="Times New Roman"/>
                <a:sym typeface="Times New Roman"/>
              </a:rPr>
              <a:t>Vijay Hong</a:t>
            </a:r>
            <a:r>
              <a:rPr b="0" i="0" lang="en" sz="2800" u="none" cap="none" strike="noStrike">
                <a:solidFill>
                  <a:schemeClr val="dk1"/>
                </a:solidFill>
                <a:latin typeface="Times New Roman"/>
                <a:ea typeface="Times New Roman"/>
                <a:cs typeface="Times New Roman"/>
                <a:sym typeface="Times New Roman"/>
              </a:rPr>
              <a:t>, Class of 2027, B.S. Statistics; </a:t>
            </a:r>
            <a:r>
              <a:rPr b="1" i="0" lang="en" sz="2800" u="none" cap="none" strike="noStrike">
                <a:solidFill>
                  <a:schemeClr val="dk1"/>
                </a:solidFill>
                <a:latin typeface="Times New Roman"/>
                <a:ea typeface="Times New Roman"/>
                <a:cs typeface="Times New Roman"/>
                <a:sym typeface="Times New Roman"/>
              </a:rPr>
              <a:t>Claire Olotara</a:t>
            </a:r>
            <a:r>
              <a:rPr b="0" i="0" lang="en" sz="2800" u="none" cap="none" strike="noStrike">
                <a:solidFill>
                  <a:schemeClr val="dk1"/>
                </a:solidFill>
                <a:latin typeface="Times New Roman"/>
                <a:ea typeface="Times New Roman"/>
                <a:cs typeface="Times New Roman"/>
                <a:sym typeface="Times New Roman"/>
              </a:rPr>
              <a:t>, Class of 2027, B.A. Economics, and </a:t>
            </a:r>
            <a:r>
              <a:rPr b="1" i="0" lang="en" sz="2800" u="none" cap="none" strike="noStrike">
                <a:solidFill>
                  <a:schemeClr val="dk1"/>
                </a:solidFill>
                <a:latin typeface="Times New Roman"/>
                <a:ea typeface="Times New Roman"/>
                <a:cs typeface="Times New Roman"/>
                <a:sym typeface="Times New Roman"/>
              </a:rPr>
              <a:t>Tarun Tammali</a:t>
            </a:r>
            <a:r>
              <a:rPr b="0" i="0" lang="en" sz="2800" u="none" cap="none" strike="noStrike">
                <a:solidFill>
                  <a:schemeClr val="dk1"/>
                </a:solidFill>
                <a:latin typeface="Times New Roman"/>
                <a:ea typeface="Times New Roman"/>
                <a:cs typeface="Times New Roman"/>
                <a:sym typeface="Times New Roman"/>
              </a:rPr>
              <a:t>, Class of 2027, B.S. Computer Science for the hard work and contribution to this project. </a:t>
            </a:r>
            <a:endParaRPr b="0" i="0" sz="2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t/>
            </a:r>
            <a:endParaRPr b="0" i="0" sz="2800" u="none" cap="none" strike="noStrike">
              <a:solidFill>
                <a:schemeClr val="dk1"/>
              </a:solidFill>
              <a:latin typeface="Times New Roman"/>
              <a:ea typeface="Times New Roman"/>
              <a:cs typeface="Times New Roman"/>
              <a:sym typeface="Times New Roman"/>
            </a:endParaRPr>
          </a:p>
          <a:p>
            <a:pPr indent="-457200" lvl="0" marL="457200" marR="0" rtl="0" algn="l">
              <a:lnSpc>
                <a:spcPct val="115000"/>
              </a:lnSpc>
              <a:spcBef>
                <a:spcPts val="0"/>
              </a:spcBef>
              <a:spcAft>
                <a:spcPts val="0"/>
              </a:spcAft>
              <a:buClr>
                <a:srgbClr val="000000"/>
              </a:buClr>
              <a:buSzPts val="2800"/>
              <a:buFont typeface="Arial"/>
              <a:buNone/>
            </a:pPr>
            <a:r>
              <a:t/>
            </a:r>
            <a:endParaRPr b="0" i="0" sz="2800" u="none" cap="none" strike="noStrike">
              <a:solidFill>
                <a:schemeClr val="dk2"/>
              </a:solidFill>
              <a:latin typeface="Times New Roman"/>
              <a:ea typeface="Times New Roman"/>
              <a:cs typeface="Times New Roman"/>
              <a:sym typeface="Times New Roman"/>
            </a:endParaRPr>
          </a:p>
        </p:txBody>
      </p:sp>
      <p:sp>
        <p:nvSpPr>
          <p:cNvPr id="80" name="Google Shape;80;p13"/>
          <p:cNvSpPr txBox="1"/>
          <p:nvPr/>
        </p:nvSpPr>
        <p:spPr>
          <a:xfrm>
            <a:off x="35036387" y="29520495"/>
            <a:ext cx="3891000" cy="954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000"/>
              <a:buFont typeface="Arial"/>
              <a:buNone/>
            </a:pPr>
            <a:r>
              <a:t/>
            </a:r>
            <a:endParaRPr b="1" i="0" sz="5000" u="none" cap="none" strike="noStrike">
              <a:solidFill>
                <a:schemeClr val="dk2"/>
              </a:solidFill>
              <a:latin typeface="Times New Roman"/>
              <a:ea typeface="Times New Roman"/>
              <a:cs typeface="Times New Roman"/>
              <a:sym typeface="Times New Roman"/>
            </a:endParaRPr>
          </a:p>
        </p:txBody>
      </p:sp>
      <p:sp>
        <p:nvSpPr>
          <p:cNvPr id="81" name="Google Shape;81;p13"/>
          <p:cNvSpPr/>
          <p:nvPr/>
        </p:nvSpPr>
        <p:spPr>
          <a:xfrm>
            <a:off x="29913016" y="29080409"/>
            <a:ext cx="13436400" cy="984187"/>
          </a:xfrm>
          <a:prstGeom prst="rect">
            <a:avLst/>
          </a:prstGeom>
          <a:solidFill>
            <a:srgbClr val="F08A8A"/>
          </a:solidFill>
          <a:ln cap="flat" cmpd="sng" w="38100">
            <a:solidFill>
              <a:srgbClr val="EBC521"/>
            </a:solidFill>
            <a:prstDash val="solid"/>
            <a:round/>
            <a:headEnd len="sm" w="sm" type="none"/>
            <a:tailEnd len="sm" w="sm" type="none"/>
          </a:ln>
          <a:effectLst>
            <a:outerShdw blurRad="157163" rotWithShape="0" algn="bl" dir="5400000" dist="123825">
              <a:srgbClr val="000000">
                <a:alpha val="18039"/>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highlight>
                <a:schemeClr val="dk1"/>
              </a:highlight>
              <a:latin typeface="Arial"/>
              <a:ea typeface="Arial"/>
              <a:cs typeface="Arial"/>
              <a:sym typeface="Arial"/>
            </a:endParaRPr>
          </a:p>
        </p:txBody>
      </p:sp>
      <p:sp>
        <p:nvSpPr>
          <p:cNvPr id="82" name="Google Shape;82;p13"/>
          <p:cNvSpPr txBox="1"/>
          <p:nvPr/>
        </p:nvSpPr>
        <p:spPr>
          <a:xfrm>
            <a:off x="31984073" y="29089623"/>
            <a:ext cx="9570000" cy="861744"/>
          </a:xfrm>
          <a:prstGeom prst="rect">
            <a:avLst/>
          </a:prstGeom>
          <a:noFill/>
          <a:ln>
            <a:noFill/>
          </a:ln>
        </p:spPr>
        <p:txBody>
          <a:bodyPr anchorCtr="0" anchor="t" bIns="91425" lIns="114300" spcFirstLastPara="1" rIns="91425" wrap="square" tIns="91425">
            <a:spAutoFit/>
          </a:bodyPr>
          <a:lstStyle/>
          <a:p>
            <a:pPr indent="0" lvl="0" marL="0" marR="0" rtl="0" algn="ctr">
              <a:lnSpc>
                <a:spcPct val="100000"/>
              </a:lnSpc>
              <a:spcBef>
                <a:spcPts val="0"/>
              </a:spcBef>
              <a:spcAft>
                <a:spcPts val="0"/>
              </a:spcAft>
              <a:buClr>
                <a:srgbClr val="000000"/>
              </a:buClr>
              <a:buSzPts val="4400"/>
              <a:buFont typeface="Arial"/>
              <a:buNone/>
            </a:pPr>
            <a:r>
              <a:rPr b="1" i="0" lang="en" sz="4400" u="none" cap="none" strike="noStrike">
                <a:solidFill>
                  <a:schemeClr val="dk1"/>
                </a:solidFill>
                <a:latin typeface="Times New Roman"/>
                <a:ea typeface="Times New Roman"/>
                <a:cs typeface="Times New Roman"/>
                <a:sym typeface="Times New Roman"/>
              </a:rPr>
              <a:t>ACKNOWLEDGEMENTS</a:t>
            </a:r>
            <a:endParaRPr b="1" i="0" sz="4400" u="none" cap="none" strike="noStrike">
              <a:solidFill>
                <a:schemeClr val="dk1"/>
              </a:solidFill>
              <a:latin typeface="Times New Roman"/>
              <a:ea typeface="Times New Roman"/>
              <a:cs typeface="Times New Roman"/>
              <a:sym typeface="Times New Roman"/>
            </a:endParaRPr>
          </a:p>
        </p:txBody>
      </p:sp>
      <p:sp>
        <p:nvSpPr>
          <p:cNvPr id="83" name="Google Shape;83;p13"/>
          <p:cNvSpPr txBox="1"/>
          <p:nvPr/>
        </p:nvSpPr>
        <p:spPr>
          <a:xfrm>
            <a:off x="29965374" y="5452826"/>
            <a:ext cx="13607399" cy="6257393"/>
          </a:xfrm>
          <a:prstGeom prst="rect">
            <a:avLst/>
          </a:prstGeom>
          <a:noFill/>
          <a:ln>
            <a:noFill/>
          </a:ln>
        </p:spPr>
        <p:txBody>
          <a:bodyPr anchorCtr="0" anchor="t" bIns="91425" lIns="91425" spcFirstLastPara="1" rIns="91425" wrap="square" tIns="91425">
            <a:noAutofit/>
          </a:bodyPr>
          <a:lstStyle/>
          <a:p>
            <a:pPr indent="-457200" lvl="0" marL="508000" marR="0" rtl="0" algn="l">
              <a:lnSpc>
                <a:spcPct val="115000"/>
              </a:lnSpc>
              <a:spcBef>
                <a:spcPts val="600"/>
              </a:spcBef>
              <a:spcAft>
                <a:spcPts val="0"/>
              </a:spcAft>
              <a:buClr>
                <a:schemeClr val="dk1"/>
              </a:buClr>
              <a:buSzPts val="2800"/>
              <a:buFont typeface="Arial"/>
              <a:buChar char="•"/>
            </a:pPr>
            <a:r>
              <a:rPr b="0" i="0" lang="en" sz="2800" u="none" cap="none" strike="noStrike">
                <a:solidFill>
                  <a:schemeClr val="dk1"/>
                </a:solidFill>
                <a:latin typeface="Times New Roman"/>
                <a:ea typeface="Times New Roman"/>
                <a:cs typeface="Times New Roman"/>
                <a:sym typeface="Times New Roman"/>
              </a:rPr>
              <a:t>Figure 2 shows the coefficient stability across alternative models. Point estimates and 95% HAC confidence intervals compare the DOM electricity load (GWh) against a 6-month lag of real natural gas prices across models M1 to M4. </a:t>
            </a:r>
            <a:endParaRPr b="0" i="0" sz="2800" u="none" cap="none" strike="noStrike">
              <a:solidFill>
                <a:schemeClr val="dk1"/>
              </a:solidFill>
              <a:latin typeface="Times New Roman"/>
              <a:ea typeface="Times New Roman"/>
              <a:cs typeface="Times New Roman"/>
              <a:sym typeface="Times New Roman"/>
            </a:endParaRPr>
          </a:p>
          <a:p>
            <a:pPr indent="-457200" lvl="0" marL="508000" marR="0" rtl="0" algn="l">
              <a:lnSpc>
                <a:spcPct val="115000"/>
              </a:lnSpc>
              <a:spcBef>
                <a:spcPts val="1200"/>
              </a:spcBef>
              <a:spcAft>
                <a:spcPts val="0"/>
              </a:spcAft>
              <a:buClr>
                <a:schemeClr val="dk1"/>
              </a:buClr>
              <a:buSzPts val="2800"/>
              <a:buFont typeface="Arial"/>
              <a:buChar char="•"/>
            </a:pPr>
            <a:r>
              <a:rPr b="0" i="0" lang="en" sz="2800" u="none" cap="none" strike="noStrike">
                <a:solidFill>
                  <a:schemeClr val="dk1"/>
                </a:solidFill>
                <a:latin typeface="Times New Roman"/>
                <a:ea typeface="Times New Roman"/>
                <a:cs typeface="Times New Roman"/>
                <a:sym typeface="Times New Roman"/>
              </a:rPr>
              <a:t>Virginia rates are set through the State Corporation Commission (SCC) proceedings; gas costs are reflected in bills only after fuel-factor filling approval, which could explain why the load effect is hard to detect.</a:t>
            </a:r>
            <a:endParaRPr b="0" i="0" sz="2800" u="none" cap="none" strike="noStrike">
              <a:solidFill>
                <a:schemeClr val="dk1"/>
              </a:solidFill>
              <a:latin typeface="Times New Roman"/>
              <a:ea typeface="Times New Roman"/>
              <a:cs typeface="Times New Roman"/>
              <a:sym typeface="Times New Roman"/>
            </a:endParaRPr>
          </a:p>
          <a:p>
            <a:pPr indent="-457200" lvl="0" marL="508000" marR="0" rtl="0" algn="l">
              <a:lnSpc>
                <a:spcPct val="115000"/>
              </a:lnSpc>
              <a:spcBef>
                <a:spcPts val="1200"/>
              </a:spcBef>
              <a:spcAft>
                <a:spcPts val="0"/>
              </a:spcAft>
              <a:buClr>
                <a:schemeClr val="dk1"/>
              </a:buClr>
              <a:buSzPts val="2800"/>
              <a:buFont typeface="Arial"/>
              <a:buChar char="•"/>
            </a:pPr>
            <a:r>
              <a:rPr b="0" i="0" lang="en" sz="2800" u="none" cap="none" strike="noStrike">
                <a:solidFill>
                  <a:schemeClr val="dk1"/>
                </a:solidFill>
                <a:latin typeface="Times New Roman"/>
                <a:ea typeface="Times New Roman"/>
                <a:cs typeface="Times New Roman"/>
                <a:sym typeface="Times New Roman"/>
              </a:rPr>
              <a:t>Fuel shares sum to one, so only the gas share, the price relevant to marginal fuel, is included in the main model; adding solar and wind shares leaves the results unchanged.</a:t>
            </a:r>
            <a:endParaRPr/>
          </a:p>
          <a:p>
            <a:pPr indent="-457200" lvl="0" marL="508000" marR="0" rtl="0" algn="l">
              <a:lnSpc>
                <a:spcPct val="115000"/>
              </a:lnSpc>
              <a:spcBef>
                <a:spcPts val="1200"/>
              </a:spcBef>
              <a:spcAft>
                <a:spcPts val="600"/>
              </a:spcAft>
              <a:buClr>
                <a:schemeClr val="dk1"/>
              </a:buClr>
              <a:buSzPts val="2800"/>
              <a:buFont typeface="Arial"/>
              <a:buChar char="•"/>
            </a:pPr>
            <a:r>
              <a:rPr b="0" i="0" lang="en" sz="2800" u="none" cap="none" strike="noStrike">
                <a:solidFill>
                  <a:schemeClr val="dk1"/>
                </a:solidFill>
                <a:latin typeface="Times New Roman"/>
                <a:ea typeface="Times New Roman"/>
                <a:cs typeface="Times New Roman"/>
                <a:sym typeface="Times New Roman"/>
              </a:rPr>
              <a:t>A single state’s series cannot isolate load from trend; a multi-state panel, contrasting data-center-heavy states with others, is the design that can, and this study’s results define exactly what it must test.</a:t>
            </a:r>
            <a:endParaRPr/>
          </a:p>
        </p:txBody>
      </p:sp>
      <p:sp>
        <p:nvSpPr>
          <p:cNvPr id="84" name="Google Shape;84;p13"/>
          <p:cNvSpPr txBox="1"/>
          <p:nvPr/>
        </p:nvSpPr>
        <p:spPr>
          <a:xfrm>
            <a:off x="15283285" y="14947068"/>
            <a:ext cx="13607400" cy="4456574"/>
          </a:xfrm>
          <a:prstGeom prst="rect">
            <a:avLst/>
          </a:prstGeom>
          <a:noFill/>
          <a:ln>
            <a:noFill/>
          </a:ln>
        </p:spPr>
        <p:txBody>
          <a:bodyPr anchorCtr="0" anchor="t" bIns="91425" lIns="91425" spcFirstLastPara="1" rIns="91425" wrap="square" tIns="91425">
            <a:spAutoFit/>
          </a:bodyPr>
          <a:lstStyle/>
          <a:p>
            <a:pPr indent="-457200" lvl="0" marL="508000" marR="0" rtl="0" algn="l">
              <a:lnSpc>
                <a:spcPct val="115000"/>
              </a:lnSpc>
              <a:spcBef>
                <a:spcPts val="600"/>
              </a:spcBef>
              <a:spcAft>
                <a:spcPts val="0"/>
              </a:spcAft>
              <a:buClr>
                <a:schemeClr val="dk1"/>
              </a:buClr>
              <a:buSzPts val="2800"/>
              <a:buFont typeface="Arial"/>
              <a:buChar char="•"/>
            </a:pPr>
            <a:r>
              <a:rPr b="0" i="0" lang="en" sz="2800" u="none" cap="none" strike="noStrike">
                <a:solidFill>
                  <a:schemeClr val="dk1"/>
                </a:solidFill>
                <a:latin typeface="Times New Roman"/>
                <a:ea typeface="Times New Roman"/>
                <a:cs typeface="Times New Roman"/>
                <a:sym typeface="Times New Roman"/>
              </a:rPr>
              <a:t>Real Virginia residential electricity prices are associated with natural gas costs at approximately a six-month lag (0.19, p &lt; 0.001), consistent with regulated fuel-factor and rate-case timing. The association with DOM zone load is positive but cannot be cleanly separated from the secular time trend, and it shows no detectable change after the late-2022 AI expansion. </a:t>
            </a:r>
            <a:endParaRPr b="0" i="0" sz="2800" u="none" cap="none" strike="noStrike">
              <a:solidFill>
                <a:schemeClr val="dk1"/>
              </a:solidFill>
              <a:latin typeface="Times New Roman"/>
              <a:ea typeface="Times New Roman"/>
              <a:cs typeface="Times New Roman"/>
              <a:sym typeface="Times New Roman"/>
            </a:endParaRPr>
          </a:p>
          <a:p>
            <a:pPr indent="-457200" lvl="0" marL="508000" marR="0" rtl="0" algn="l">
              <a:lnSpc>
                <a:spcPct val="115000"/>
              </a:lnSpc>
              <a:spcBef>
                <a:spcPts val="1200"/>
              </a:spcBef>
              <a:spcAft>
                <a:spcPts val="600"/>
              </a:spcAft>
              <a:buClr>
                <a:schemeClr val="dk1"/>
              </a:buClr>
              <a:buSzPts val="2800"/>
              <a:buFont typeface="Arial"/>
              <a:buChar char="•"/>
            </a:pPr>
            <a:r>
              <a:rPr b="0" i="0" lang="en" sz="2800" u="none" cap="none" strike="noStrike">
                <a:solidFill>
                  <a:schemeClr val="dk1"/>
                </a:solidFill>
                <a:latin typeface="Times New Roman"/>
                <a:ea typeface="Times New Roman"/>
                <a:cs typeface="Times New Roman"/>
                <a:sym typeface="Times New Roman"/>
              </a:rPr>
              <a:t>DOM Load has a statistically significant association with residential retail electricity prices in Models 2, 3, and 6  (β = 0.001, p &lt;0.001), but becomes insignificant in Models 1, 4, and 5, suggesting that the association is sensitive to the model (Table 1). </a:t>
            </a:r>
            <a:endParaRPr b="0" i="0" sz="2800" u="none" cap="none" strike="noStrike">
              <a:solidFill>
                <a:schemeClr val="dk1"/>
              </a:solidFill>
              <a:latin typeface="Times New Roman"/>
              <a:ea typeface="Times New Roman"/>
              <a:cs typeface="Times New Roman"/>
              <a:sym typeface="Times New Roman"/>
            </a:endParaRPr>
          </a:p>
        </p:txBody>
      </p:sp>
      <p:pic>
        <p:nvPicPr>
          <p:cNvPr id="85" name="Google Shape;85;p13"/>
          <p:cNvPicPr preferRelativeResize="0"/>
          <p:nvPr/>
        </p:nvPicPr>
        <p:blipFill rotWithShape="1">
          <a:blip r:embed="rId6">
            <a:alphaModFix/>
          </a:blip>
          <a:srcRect b="0" l="0" r="0" t="0"/>
          <a:stretch/>
        </p:blipFill>
        <p:spPr>
          <a:xfrm>
            <a:off x="30343303" y="12222822"/>
            <a:ext cx="11928450" cy="7827450"/>
          </a:xfrm>
          <a:prstGeom prst="rect">
            <a:avLst/>
          </a:prstGeom>
          <a:noFill/>
          <a:ln>
            <a:noFill/>
          </a:ln>
        </p:spPr>
      </p:pic>
      <p:sp>
        <p:nvSpPr>
          <p:cNvPr id="86" name="Google Shape;86;p13"/>
          <p:cNvSpPr txBox="1"/>
          <p:nvPr/>
        </p:nvSpPr>
        <p:spPr>
          <a:xfrm>
            <a:off x="29944200" y="20126666"/>
            <a:ext cx="13607400" cy="3267533"/>
          </a:xfrm>
          <a:prstGeom prst="rect">
            <a:avLst/>
          </a:prstGeom>
          <a:noFill/>
          <a:ln>
            <a:noFill/>
          </a:ln>
        </p:spPr>
        <p:txBody>
          <a:bodyPr anchorCtr="0" anchor="t" bIns="91425" lIns="91425" spcFirstLastPara="1" rIns="91425" wrap="square" tIns="91425">
            <a:noAutofit/>
          </a:bodyPr>
          <a:lstStyle/>
          <a:p>
            <a:pPr indent="-457200" lvl="0" marL="495300" marR="0" rtl="0" algn="l">
              <a:lnSpc>
                <a:spcPct val="115000"/>
              </a:lnSpc>
              <a:spcBef>
                <a:spcPts val="600"/>
              </a:spcBef>
              <a:spcAft>
                <a:spcPts val="0"/>
              </a:spcAft>
              <a:buClr>
                <a:schemeClr val="dk1"/>
              </a:buClr>
              <a:buSzPts val="3000"/>
              <a:buFont typeface="Arial"/>
              <a:buChar char="•"/>
            </a:pPr>
            <a:r>
              <a:rPr b="0" i="0" lang="en" sz="3000" u="none" cap="none" strike="noStrike">
                <a:solidFill>
                  <a:schemeClr val="dk1"/>
                </a:solidFill>
                <a:latin typeface="Times New Roman"/>
                <a:ea typeface="Times New Roman"/>
                <a:cs typeface="Times New Roman"/>
                <a:sym typeface="Times New Roman"/>
              </a:rPr>
              <a:t>Prices track gas costs at approximately a six-month lag; the delay is built into SCC fuel-factor and rate-case timing, and the major price shifts of 2021-2023 coincide with the gas price cycle, not data center growth.</a:t>
            </a:r>
            <a:endParaRPr b="0" i="0" sz="3000" u="none" cap="none" strike="noStrike">
              <a:solidFill>
                <a:schemeClr val="dk1"/>
              </a:solidFill>
              <a:latin typeface="Times New Roman"/>
              <a:ea typeface="Times New Roman"/>
              <a:cs typeface="Times New Roman"/>
              <a:sym typeface="Times New Roman"/>
            </a:endParaRPr>
          </a:p>
          <a:p>
            <a:pPr indent="-457200" lvl="0" marL="495300" marR="0" rtl="0" algn="l">
              <a:lnSpc>
                <a:spcPct val="115000"/>
              </a:lnSpc>
              <a:spcBef>
                <a:spcPts val="1200"/>
              </a:spcBef>
              <a:spcAft>
                <a:spcPts val="600"/>
              </a:spcAft>
              <a:buClr>
                <a:schemeClr val="dk1"/>
              </a:buClr>
              <a:buSzPts val="3000"/>
              <a:buFont typeface="Arial"/>
              <a:buChar char="•"/>
            </a:pPr>
            <a:r>
              <a:rPr b="0" i="0" lang="en" sz="3000" u="none" cap="none" strike="noStrike">
                <a:solidFill>
                  <a:schemeClr val="dk1"/>
                </a:solidFill>
                <a:latin typeface="Times New Roman"/>
                <a:ea typeface="Times New Roman"/>
                <a:cs typeface="Times New Roman"/>
                <a:sym typeface="Times New Roman"/>
              </a:rPr>
              <a:t>The load-price association cannot be separated from the general time trend, and it did not measurably change after the late-2022 AI expansion.</a:t>
            </a:r>
            <a:endParaRPr/>
          </a:p>
        </p:txBody>
      </p:sp>
      <p:sp>
        <p:nvSpPr>
          <p:cNvPr id="87" name="Google Shape;87;p13"/>
          <p:cNvSpPr txBox="1"/>
          <p:nvPr/>
        </p:nvSpPr>
        <p:spPr>
          <a:xfrm>
            <a:off x="867959" y="26903975"/>
            <a:ext cx="12439392" cy="519726"/>
          </a:xfrm>
          <a:prstGeom prst="rect">
            <a:avLst/>
          </a:prstGeom>
          <a:noFill/>
          <a:ln>
            <a:noFill/>
          </a:ln>
        </p:spPr>
        <p:txBody>
          <a:bodyPr anchorCtr="0" anchor="t" bIns="104950" lIns="104950" spcFirstLastPara="1" rIns="104950" wrap="square" tIns="104950">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dk1"/>
                </a:solidFill>
                <a:latin typeface="Times New Roman"/>
                <a:ea typeface="Times New Roman"/>
                <a:cs typeface="Times New Roman"/>
                <a:sym typeface="Times New Roman"/>
              </a:rPr>
              <a:t>This map is descriptive; it is not evidence that data centers raised residential prices. </a:t>
            </a:r>
            <a:endParaRPr b="0" i="0" sz="2000" u="none" cap="none" strike="noStrike">
              <a:solidFill>
                <a:schemeClr val="dk1"/>
              </a:solidFill>
              <a:latin typeface="Times New Roman"/>
              <a:ea typeface="Times New Roman"/>
              <a:cs typeface="Times New Roman"/>
              <a:sym typeface="Times New Roman"/>
            </a:endParaRPr>
          </a:p>
        </p:txBody>
      </p:sp>
      <p:sp>
        <p:nvSpPr>
          <p:cNvPr id="88" name="Google Shape;88;p13"/>
          <p:cNvSpPr txBox="1"/>
          <p:nvPr/>
        </p:nvSpPr>
        <p:spPr>
          <a:xfrm>
            <a:off x="491775" y="27616533"/>
            <a:ext cx="13966800" cy="4955172"/>
          </a:xfrm>
          <a:prstGeom prst="rect">
            <a:avLst/>
          </a:prstGeom>
          <a:noFill/>
          <a:ln>
            <a:noFill/>
          </a:ln>
        </p:spPr>
        <p:txBody>
          <a:bodyPr anchorCtr="0" anchor="t" bIns="91425" lIns="91425" spcFirstLastPara="1" rIns="91425" wrap="square" tIns="91425">
            <a:spAutoFit/>
          </a:bodyPr>
          <a:lstStyle/>
          <a:p>
            <a:pPr indent="-457200" lvl="0" marL="508000" marR="0" rtl="0" algn="l">
              <a:lnSpc>
                <a:spcPct val="100000"/>
              </a:lnSpc>
              <a:spcBef>
                <a:spcPts val="600"/>
              </a:spcBef>
              <a:spcAft>
                <a:spcPts val="0"/>
              </a:spcAft>
              <a:buClr>
                <a:schemeClr val="dk1"/>
              </a:buClr>
              <a:buSzPts val="2800"/>
              <a:buFont typeface="Arial"/>
              <a:buChar char="•"/>
            </a:pPr>
            <a:r>
              <a:rPr b="0" i="0" lang="en" sz="2800" u="none" cap="none" strike="noStrike">
                <a:solidFill>
                  <a:schemeClr val="dk1"/>
                </a:solidFill>
                <a:latin typeface="Times New Roman"/>
                <a:ea typeface="Times New Roman"/>
                <a:cs typeface="Times New Roman"/>
                <a:sym typeface="Times New Roman"/>
              </a:rPr>
              <a:t>Gas lags of 3, 6, and 12 months were tested; the 3- and 12-month lags are jointly insignificant (F = 1.20, p = 0.31), and the 6-month lag fits best among 6-, 8-, and 9-month alternatives (AIC 108.8 vs. 126.1, 125.6), though cross-correlation suggests the timing is approximate.</a:t>
            </a:r>
            <a:endParaRPr/>
          </a:p>
          <a:p>
            <a:pPr indent="-457200" lvl="0" marL="508000" marR="0" rtl="0" algn="l">
              <a:lnSpc>
                <a:spcPct val="100000"/>
              </a:lnSpc>
              <a:spcBef>
                <a:spcPts val="1200"/>
              </a:spcBef>
              <a:spcAft>
                <a:spcPts val="0"/>
              </a:spcAft>
              <a:buClr>
                <a:schemeClr val="dk1"/>
              </a:buClr>
              <a:buSzPts val="2800"/>
              <a:buFont typeface="Arial"/>
              <a:buChar char="•"/>
            </a:pPr>
            <a:r>
              <a:rPr b="0" i="0" lang="en" sz="2800" u="none" cap="none" strike="noStrike">
                <a:solidFill>
                  <a:schemeClr val="dk1"/>
                </a:solidFill>
                <a:latin typeface="Times New Roman"/>
                <a:ea typeface="Times New Roman"/>
                <a:cs typeface="Times New Roman"/>
                <a:sym typeface="Times New Roman"/>
              </a:rPr>
              <a:t>Augmented Dickey-Fuller (ADF) and Kwiatkowski–Phillips–Schmidt–Shin (KPSS) tests confirm the series contains unit roots in levels and are stationary in differences, motivating the first-difference model and underlying why load cannot be separated from the trend.</a:t>
            </a:r>
            <a:endParaRPr/>
          </a:p>
          <a:p>
            <a:pPr indent="-457200" lvl="0" marL="508000" marR="0" rtl="0" algn="l">
              <a:lnSpc>
                <a:spcPct val="100000"/>
              </a:lnSpc>
              <a:spcBef>
                <a:spcPts val="1200"/>
              </a:spcBef>
              <a:spcAft>
                <a:spcPts val="600"/>
              </a:spcAft>
              <a:buClr>
                <a:schemeClr val="dk1"/>
              </a:buClr>
              <a:buSzPts val="2800"/>
              <a:buFont typeface="Arial"/>
              <a:buChar char="•"/>
            </a:pPr>
            <a:r>
              <a:rPr b="0" i="0" lang="en" sz="2800" u="none" cap="none" strike="noStrike">
                <a:solidFill>
                  <a:schemeClr val="dk1"/>
                </a:solidFill>
                <a:latin typeface="Times New Roman"/>
                <a:ea typeface="Times New Roman"/>
                <a:cs typeface="Times New Roman"/>
                <a:sym typeface="Times New Roman"/>
              </a:rPr>
              <a:t>Both dates coincide with the natural gas price cycle rather than the data center load ramp: October 2021 falls at the onset of the 2021- 2022 gas price surge, and March 2023 at its unwind. </a:t>
            </a:r>
            <a:endParaRPr b="0" i="0" sz="2800" u="none" cap="none" strike="noStrike">
              <a:solidFill>
                <a:schemeClr val="dk1"/>
              </a:solidFill>
              <a:latin typeface="Times New Roman"/>
              <a:ea typeface="Times New Roman"/>
              <a:cs typeface="Times New Roman"/>
              <a:sym typeface="Times New Roman"/>
            </a:endParaRPr>
          </a:p>
        </p:txBody>
      </p:sp>
      <p:sp>
        <p:nvSpPr>
          <p:cNvPr id="89" name="Google Shape;89;p13"/>
          <p:cNvSpPr txBox="1"/>
          <p:nvPr/>
        </p:nvSpPr>
        <p:spPr>
          <a:xfrm>
            <a:off x="15381699" y="28999544"/>
            <a:ext cx="13827039" cy="3630675"/>
          </a:xfrm>
          <a:prstGeom prst="rect">
            <a:avLst/>
          </a:prstGeom>
          <a:noFill/>
          <a:ln>
            <a:noFill/>
          </a:ln>
        </p:spPr>
        <p:txBody>
          <a:bodyPr anchorCtr="0" anchor="t" bIns="91425" lIns="91425" spcFirstLastPara="1" rIns="91425" wrap="square" tIns="91425">
            <a:noAutofit/>
          </a:bodyPr>
          <a:lstStyle/>
          <a:p>
            <a:pPr indent="-457200" lvl="0" marL="508000" marR="0" rtl="0" algn="l">
              <a:lnSpc>
                <a:spcPct val="115000"/>
              </a:lnSpc>
              <a:spcBef>
                <a:spcPts val="300"/>
              </a:spcBef>
              <a:spcAft>
                <a:spcPts val="0"/>
              </a:spcAft>
              <a:buClr>
                <a:schemeClr val="dk1"/>
              </a:buClr>
              <a:buSzPts val="2800"/>
              <a:buFont typeface="Arial"/>
              <a:buChar char="•"/>
            </a:pPr>
            <a:r>
              <a:rPr b="0" i="0" lang="en" sz="2800" u="none" cap="none" strike="noStrike">
                <a:solidFill>
                  <a:schemeClr val="dk1"/>
                </a:solidFill>
                <a:latin typeface="Times New Roman"/>
                <a:ea typeface="Times New Roman"/>
                <a:cs typeface="Times New Roman"/>
                <a:sym typeface="Times New Roman"/>
              </a:rPr>
              <a:t>M3 (break-controlled, 6-month gas lag) is our preferred specification for the level relationships: it replaces an arbitrary linear trend with structural break dates located empirically, and it retains only the gas lag supported by specification testing. </a:t>
            </a:r>
            <a:endParaRPr b="0" i="0" sz="2800" u="none" cap="none" strike="noStrike">
              <a:solidFill>
                <a:schemeClr val="dk1"/>
              </a:solidFill>
              <a:latin typeface="Times New Roman"/>
              <a:ea typeface="Times New Roman"/>
              <a:cs typeface="Times New Roman"/>
              <a:sym typeface="Times New Roman"/>
            </a:endParaRPr>
          </a:p>
          <a:p>
            <a:pPr indent="-457200" lvl="0" marL="508000" marR="0" rtl="0" algn="l">
              <a:lnSpc>
                <a:spcPct val="115000"/>
              </a:lnSpc>
              <a:spcBef>
                <a:spcPts val="600"/>
              </a:spcBef>
              <a:spcAft>
                <a:spcPts val="0"/>
              </a:spcAft>
              <a:buClr>
                <a:schemeClr val="dk1"/>
              </a:buClr>
              <a:buSzPts val="2800"/>
              <a:buFont typeface="Arial"/>
              <a:buChar char="•"/>
            </a:pPr>
            <a:r>
              <a:rPr b="0" i="0" lang="en" sz="2800" u="none" cap="none" strike="noStrike">
                <a:solidFill>
                  <a:schemeClr val="dk1"/>
                </a:solidFill>
                <a:latin typeface="Times New Roman"/>
                <a:ea typeface="Times New Roman"/>
                <a:cs typeface="Times New Roman"/>
                <a:sym typeface="Times New Roman"/>
              </a:rPr>
              <a:t>M5 (first differences) serves as a robustness check against non-stationarity. M6 tests whether the load-price association changed after the AI-driven expansion.</a:t>
            </a:r>
            <a:endParaRPr b="0" i="0" sz="2800" u="none" cap="none" strike="noStrike">
              <a:solidFill>
                <a:schemeClr val="dk1"/>
              </a:solidFill>
              <a:latin typeface="Times New Roman"/>
              <a:ea typeface="Times New Roman"/>
              <a:cs typeface="Times New Roman"/>
              <a:sym typeface="Times New Roman"/>
            </a:endParaRPr>
          </a:p>
          <a:p>
            <a:pPr indent="-457200" lvl="0" marL="508000" marR="0" rtl="0" algn="l">
              <a:lnSpc>
                <a:spcPct val="115000"/>
              </a:lnSpc>
              <a:spcBef>
                <a:spcPts val="600"/>
              </a:spcBef>
              <a:spcAft>
                <a:spcPts val="0"/>
              </a:spcAft>
              <a:buClr>
                <a:schemeClr val="dk1"/>
              </a:buClr>
              <a:buSzPts val="2800"/>
              <a:buFont typeface="Arial"/>
              <a:buChar char="•"/>
            </a:pPr>
            <a:r>
              <a:rPr b="0" i="0" lang="en" sz="2800" u="none" cap="none" strike="noStrike">
                <a:solidFill>
                  <a:schemeClr val="dk1"/>
                </a:solidFill>
                <a:latin typeface="Times New Roman"/>
                <a:ea typeface="Times New Roman"/>
                <a:cs typeface="Times New Roman"/>
                <a:sym typeface="Times New Roman"/>
              </a:rPr>
              <a:t>The break coefficients are level shifts in the real price (-1.22 cents/kWh in October 2021 and +0.63 cents/kWh in March 2023), not changes in the load-price relationship. </a:t>
            </a:r>
            <a:endParaRPr b="0" i="0" sz="2800" u="none" cap="none" strike="noStrike">
              <a:solidFill>
                <a:schemeClr val="dk1"/>
              </a:solidFill>
              <a:latin typeface="Times New Roman"/>
              <a:ea typeface="Times New Roman"/>
              <a:cs typeface="Times New Roman"/>
              <a:sym typeface="Times New Roman"/>
            </a:endParaRPr>
          </a:p>
          <a:p>
            <a:pPr indent="0" lvl="0" marL="0" marR="0" rtl="0" algn="l">
              <a:lnSpc>
                <a:spcPct val="115000"/>
              </a:lnSpc>
              <a:spcBef>
                <a:spcPts val="600"/>
              </a:spcBef>
              <a:spcAft>
                <a:spcPts val="300"/>
              </a:spcAft>
              <a:buClr>
                <a:srgbClr val="000000"/>
              </a:buClr>
              <a:buSzPts val="2800"/>
              <a:buFont typeface="Arial"/>
              <a:buNone/>
            </a:pPr>
            <a:r>
              <a:t/>
            </a:r>
            <a:endParaRPr b="0" i="0" sz="2800" u="none" cap="none" strike="noStrike">
              <a:solidFill>
                <a:schemeClr val="dk1"/>
              </a:solidFill>
              <a:latin typeface="Times New Roman"/>
              <a:ea typeface="Times New Roman"/>
              <a:cs typeface="Times New Roman"/>
              <a:sym typeface="Times New Roman"/>
            </a:endParaRPr>
          </a:p>
        </p:txBody>
      </p:sp>
      <p:pic>
        <p:nvPicPr>
          <p:cNvPr id="90" name="Google Shape;90;p13"/>
          <p:cNvPicPr preferRelativeResize="0"/>
          <p:nvPr/>
        </p:nvPicPr>
        <p:blipFill rotWithShape="1">
          <a:blip r:embed="rId7">
            <a:alphaModFix/>
          </a:blip>
          <a:srcRect b="15838" l="0" r="0" t="16622"/>
          <a:stretch/>
        </p:blipFill>
        <p:spPr>
          <a:xfrm>
            <a:off x="505296" y="20706638"/>
            <a:ext cx="14240399" cy="6306389"/>
          </a:xfrm>
          <a:prstGeom prst="rect">
            <a:avLst/>
          </a:prstGeom>
          <a:noFill/>
          <a:ln>
            <a:noFill/>
          </a:ln>
        </p:spPr>
      </p:pic>
      <p:sp>
        <p:nvSpPr>
          <p:cNvPr id="91" name="Google Shape;91;p13"/>
          <p:cNvSpPr/>
          <p:nvPr/>
        </p:nvSpPr>
        <p:spPr>
          <a:xfrm>
            <a:off x="30720552" y="12295033"/>
            <a:ext cx="8418220" cy="73018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92" name="Google Shape;92;p13"/>
          <p:cNvSpPr/>
          <p:nvPr/>
        </p:nvSpPr>
        <p:spPr>
          <a:xfrm>
            <a:off x="1101142" y="20620317"/>
            <a:ext cx="8609362" cy="59448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93" name="Google Shape;93;p13"/>
          <p:cNvSpPr/>
          <p:nvPr/>
        </p:nvSpPr>
        <p:spPr>
          <a:xfrm>
            <a:off x="9870473" y="240228"/>
            <a:ext cx="26898600" cy="523220"/>
          </a:xfrm>
          <a:prstGeom prst="rect">
            <a:avLst/>
          </a:prstGeom>
          <a:noFill/>
          <a:ln>
            <a:noFill/>
          </a:ln>
        </p:spPr>
        <p:txBody>
          <a:bodyPr anchorCtr="0" anchor="t" bIns="45700" lIns="91425" spcFirstLastPara="1" rIns="91425" wrap="square" tIns="45700">
            <a:noAutofit/>
          </a:bodyPr>
          <a:lstStyle/>
          <a:p>
            <a:pPr indent="0" lvl="0" marL="27720" marR="0" rtl="0" algn="ctr">
              <a:lnSpc>
                <a:spcPct val="100000"/>
              </a:lnSpc>
              <a:spcBef>
                <a:spcPts val="0"/>
              </a:spcBef>
              <a:spcAft>
                <a:spcPts val="0"/>
              </a:spcAft>
              <a:buClr>
                <a:schemeClr val="dk1"/>
              </a:buClr>
              <a:buSzPts val="2800"/>
              <a:buFont typeface="Arial"/>
              <a:buNone/>
            </a:pPr>
            <a:r>
              <a:rPr b="0" i="0" lang="en" sz="2800" u="none" cap="none" strike="noStrike">
                <a:solidFill>
                  <a:schemeClr val="dk1"/>
                </a:solidFill>
                <a:latin typeface="Times New Roman"/>
                <a:ea typeface="Times New Roman"/>
                <a:cs typeface="Times New Roman"/>
                <a:sym typeface="Times New Roman"/>
              </a:rPr>
              <a:t>Summer Undergraduate Research Conference (SURC), Friday, July 24</a:t>
            </a:r>
            <a:r>
              <a:rPr b="0" baseline="30000" i="0" lang="en" sz="2800" u="none" cap="none" strike="noStrike">
                <a:solidFill>
                  <a:schemeClr val="dk1"/>
                </a:solidFill>
                <a:latin typeface="Times New Roman"/>
                <a:ea typeface="Times New Roman"/>
                <a:cs typeface="Times New Roman"/>
                <a:sym typeface="Times New Roman"/>
              </a:rPr>
              <a:t>th</a:t>
            </a:r>
            <a:r>
              <a:rPr b="0" i="0" lang="en" sz="2800" u="none" cap="none" strike="noStrike">
                <a:solidFill>
                  <a:schemeClr val="dk1"/>
                </a:solidFill>
                <a:latin typeface="Times New Roman"/>
                <a:ea typeface="Times New Roman"/>
                <a:cs typeface="Times New Roman"/>
                <a:sym typeface="Times New Roman"/>
              </a:rPr>
              <a:t>,  2026</a:t>
            </a:r>
            <a:endParaRPr/>
          </a:p>
        </p:txBody>
      </p:sp>
      <p:pic>
        <p:nvPicPr>
          <p:cNvPr id="94" name="Google Shape;94;p13"/>
          <p:cNvPicPr preferRelativeResize="0"/>
          <p:nvPr/>
        </p:nvPicPr>
        <p:blipFill rotWithShape="1">
          <a:blip r:embed="rId8">
            <a:alphaModFix/>
          </a:blip>
          <a:srcRect b="0" l="0" r="0" t="0"/>
          <a:stretch/>
        </p:blipFill>
        <p:spPr>
          <a:xfrm>
            <a:off x="16207421" y="20080720"/>
            <a:ext cx="12509678" cy="8675937"/>
          </a:xfrm>
          <a:prstGeom prst="rect">
            <a:avLst/>
          </a:prstGeom>
          <a:noFill/>
          <a:ln cap="sq" cmpd="sng" w="38100">
            <a:solidFill>
              <a:srgbClr val="000000"/>
            </a:solidFill>
            <a:prstDash val="solid"/>
            <a:miter lim="8000"/>
            <a:headEnd len="sm" w="sm" type="none"/>
            <a:tailEnd len="sm" w="sm" type="none"/>
          </a:ln>
          <a:effectLst>
            <a:outerShdw blurRad="50800" rotWithShape="0" algn="tl" dir="2700000" dist="38100">
              <a:srgbClr val="000000">
                <a:alpha val="43137"/>
              </a:srgbClr>
            </a:outerShdw>
          </a:effectLst>
        </p:spPr>
      </p:pic>
      <p:sp>
        <p:nvSpPr>
          <p:cNvPr id="95" name="Google Shape;95;p13"/>
          <p:cNvSpPr txBox="1"/>
          <p:nvPr/>
        </p:nvSpPr>
        <p:spPr>
          <a:xfrm>
            <a:off x="30504219" y="11704460"/>
            <a:ext cx="11655034" cy="800189"/>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4000"/>
              <a:buFont typeface="Arial"/>
              <a:buNone/>
            </a:pPr>
            <a:r>
              <a:rPr b="1" i="0" lang="en" sz="4000" u="none" cap="none" strike="noStrike">
                <a:solidFill>
                  <a:schemeClr val="dk1"/>
                </a:solidFill>
                <a:latin typeface="Times New Roman"/>
                <a:ea typeface="Times New Roman"/>
                <a:cs typeface="Times New Roman"/>
                <a:sym typeface="Times New Roman"/>
              </a:rPr>
              <a:t>Figure 2: Coefficient Stability Across Specifications</a:t>
            </a:r>
            <a:endParaRPr b="1" i="0" sz="4000" u="none" cap="none" strike="noStrike">
              <a:solidFill>
                <a:schemeClr val="dk1"/>
              </a:solidFill>
              <a:latin typeface="Times New Roman"/>
              <a:ea typeface="Times New Roman"/>
              <a:cs typeface="Times New Roman"/>
              <a:sym typeface="Times New Roman"/>
            </a:endParaRPr>
          </a:p>
        </p:txBody>
      </p:sp>
      <p:sp>
        <p:nvSpPr>
          <p:cNvPr id="96" name="Google Shape;96;p13"/>
          <p:cNvSpPr/>
          <p:nvPr/>
        </p:nvSpPr>
        <p:spPr>
          <a:xfrm>
            <a:off x="30435837" y="18941963"/>
            <a:ext cx="12456929" cy="1391258"/>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rPr b="0" i="0" lang="en" sz="1800" u="none" cap="none" strike="noStrike">
                <a:solidFill>
                  <a:schemeClr val="dk1"/>
                </a:solidFill>
                <a:latin typeface="Arial"/>
                <a:ea typeface="Arial"/>
                <a:cs typeface="Arial"/>
                <a:sym typeface="Arial"/>
              </a:rPr>
              <a:t>M1-M4 differ only in co-trending controls (trend, breaks, customers). Load’s interval crosses zero when the trend or customer count is added/removed; gas stays positive and significant. Separating load from the secular trend requires cross-sectional variation, which motivates the use of a panel in the next step.</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4"/>
          <p:cNvSpPr/>
          <p:nvPr/>
        </p:nvSpPr>
        <p:spPr>
          <a:xfrm>
            <a:off x="0" y="0"/>
            <a:ext cx="43891200" cy="5046300"/>
          </a:xfrm>
          <a:prstGeom prst="rect">
            <a:avLst/>
          </a:prstGeom>
          <a:solidFill>
            <a:srgbClr val="EFEFE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14"/>
          <p:cNvSpPr/>
          <p:nvPr/>
        </p:nvSpPr>
        <p:spPr>
          <a:xfrm>
            <a:off x="0" y="5046150"/>
            <a:ext cx="43891200" cy="228600"/>
          </a:xfrm>
          <a:prstGeom prst="rect">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14"/>
          <p:cNvSpPr txBox="1"/>
          <p:nvPr/>
        </p:nvSpPr>
        <p:spPr>
          <a:xfrm>
            <a:off x="10146891" y="1639406"/>
            <a:ext cx="32912484" cy="3139291"/>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7200"/>
              <a:buFont typeface="Arial"/>
              <a:buNone/>
            </a:pPr>
            <a:r>
              <a:rPr b="1" i="0" lang="en" sz="7200" u="none" cap="none" strike="noStrike">
                <a:solidFill>
                  <a:srgbClr val="000000"/>
                </a:solidFill>
                <a:latin typeface="Times New Roman"/>
                <a:ea typeface="Times New Roman"/>
                <a:cs typeface="Times New Roman"/>
                <a:sym typeface="Times New Roman"/>
              </a:rPr>
              <a:t>Powering AI: Data Center Load and Wholesale Electricity Price in PJM, 2020-2025</a:t>
            </a:r>
            <a:endParaRPr/>
          </a:p>
          <a:p>
            <a:pPr indent="0" lvl="0" marL="0" marR="0" rtl="0" algn="ctr">
              <a:lnSpc>
                <a:spcPct val="100000"/>
              </a:lnSpc>
              <a:spcBef>
                <a:spcPts val="0"/>
              </a:spcBef>
              <a:spcAft>
                <a:spcPts val="0"/>
              </a:spcAft>
              <a:buClr>
                <a:srgbClr val="000000"/>
              </a:buClr>
              <a:buSzPts val="2400"/>
              <a:buFont typeface="Arial"/>
              <a:buNone/>
            </a:pPr>
            <a:r>
              <a:t/>
            </a:r>
            <a:endParaRPr b="1" i="0" sz="24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4800"/>
              <a:buFont typeface="Arial"/>
              <a:buNone/>
            </a:pPr>
            <a:r>
              <a:rPr b="0" i="0" lang="en" sz="4800" u="none" cap="none" strike="noStrike">
                <a:solidFill>
                  <a:srgbClr val="000000"/>
                </a:solidFill>
                <a:latin typeface="Times New Roman"/>
                <a:ea typeface="Times New Roman"/>
                <a:cs typeface="Times New Roman"/>
                <a:sym typeface="Times New Roman"/>
              </a:rPr>
              <a:t>Faculty Leader: Dr. Hélène Nguemgaing</a:t>
            </a:r>
            <a:endParaRPr b="0" i="0" sz="4800" u="none" cap="none" strike="noStrike">
              <a:solidFill>
                <a:srgbClr val="00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4800"/>
              <a:buFont typeface="Arial"/>
              <a:buNone/>
            </a:pPr>
            <a:r>
              <a:rPr b="0" i="0" lang="en" sz="4800" u="none" cap="none" strike="noStrike">
                <a:solidFill>
                  <a:srgbClr val="000000"/>
                </a:solidFill>
                <a:latin typeface="Times New Roman"/>
                <a:ea typeface="Times New Roman"/>
                <a:cs typeface="Times New Roman"/>
                <a:sym typeface="Times New Roman"/>
              </a:rPr>
              <a:t>Daniel Ribeiro, Akshay Varma, Jordan Xiong</a:t>
            </a:r>
            <a:endParaRPr b="0" i="0" sz="4800" u="none" cap="none" strike="noStrike">
              <a:solidFill>
                <a:srgbClr val="000000"/>
              </a:solidFill>
              <a:latin typeface="Times New Roman"/>
              <a:ea typeface="Times New Roman"/>
              <a:cs typeface="Times New Roman"/>
              <a:sym typeface="Times New Roman"/>
            </a:endParaRPr>
          </a:p>
        </p:txBody>
      </p:sp>
      <p:pic>
        <p:nvPicPr>
          <p:cNvPr id="104" name="Google Shape;104;p14"/>
          <p:cNvPicPr preferRelativeResize="0"/>
          <p:nvPr/>
        </p:nvPicPr>
        <p:blipFill rotWithShape="1">
          <a:blip r:embed="rId3">
            <a:alphaModFix/>
          </a:blip>
          <a:srcRect b="0" l="0" r="0" t="0"/>
          <a:stretch/>
        </p:blipFill>
        <p:spPr>
          <a:xfrm>
            <a:off x="1214800" y="1115550"/>
            <a:ext cx="10967525" cy="3196200"/>
          </a:xfrm>
          <a:prstGeom prst="rect">
            <a:avLst/>
          </a:prstGeom>
          <a:noFill/>
          <a:ln>
            <a:noFill/>
          </a:ln>
        </p:spPr>
      </p:pic>
      <p:graphicFrame>
        <p:nvGraphicFramePr>
          <p:cNvPr id="105" name="Google Shape;105;p14"/>
          <p:cNvGraphicFramePr/>
          <p:nvPr/>
        </p:nvGraphicFramePr>
        <p:xfrm>
          <a:off x="0" y="5274750"/>
          <a:ext cx="3000000" cy="3000000"/>
        </p:xfrm>
        <a:graphic>
          <a:graphicData uri="http://schemas.openxmlformats.org/drawingml/2006/table">
            <a:tbl>
              <a:tblPr>
                <a:noFill/>
                <a:tableStyleId>{124C542E-5F82-4821-96A9-376BD0B4B0A0}</a:tableStyleId>
              </a:tblPr>
              <a:tblGrid>
                <a:gridCol w="14630400"/>
                <a:gridCol w="14630400"/>
                <a:gridCol w="14630400"/>
              </a:tblGrid>
              <a:tr h="27643650">
                <a:tc>
                  <a:txBody>
                    <a:bodyPr/>
                    <a:lstStyle/>
                    <a:p>
                      <a:pPr indent="0" lvl="0" marL="0" marR="0" rtl="0" algn="ctr">
                        <a:lnSpc>
                          <a:spcPct val="100000"/>
                        </a:lnSpc>
                        <a:spcBef>
                          <a:spcPts val="0"/>
                        </a:spcBef>
                        <a:spcAft>
                          <a:spcPts val="0"/>
                        </a:spcAft>
                        <a:buClr>
                          <a:srgbClr val="000000"/>
                        </a:buClr>
                        <a:buSzPts val="4800"/>
                        <a:buFont typeface="Arial"/>
                        <a:buNone/>
                      </a:pPr>
                      <a:r>
                        <a:t/>
                      </a:r>
                      <a:endParaRPr b="1" sz="48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4800"/>
                        <a:buFont typeface="Arial"/>
                        <a:buNone/>
                      </a:pPr>
                      <a:r>
                        <a:t/>
                      </a:r>
                      <a:endParaRPr sz="4800" u="none" cap="none" strike="noStrike"/>
                    </a:p>
                    <a:p>
                      <a:pPr indent="0" lvl="0" marL="0" marR="0" rtl="0" algn="l">
                        <a:lnSpc>
                          <a:spcPct val="100000"/>
                        </a:lnSpc>
                        <a:spcBef>
                          <a:spcPts val="0"/>
                        </a:spcBef>
                        <a:spcAft>
                          <a:spcPts val="0"/>
                        </a:spcAft>
                        <a:buClr>
                          <a:srgbClr val="000000"/>
                        </a:buClr>
                        <a:buSzPts val="2400"/>
                        <a:buFont typeface="Arial"/>
                        <a:buNone/>
                      </a:pPr>
                      <a:r>
                        <a:t/>
                      </a:r>
                      <a:endParaRPr sz="2400" u="none" cap="none" strike="noStrike"/>
                    </a:p>
                    <a:p>
                      <a:pPr indent="0" lvl="0" marL="0" marR="0" rtl="0" algn="l">
                        <a:lnSpc>
                          <a:spcPct val="100000"/>
                        </a:lnSpc>
                        <a:spcBef>
                          <a:spcPts val="0"/>
                        </a:spcBef>
                        <a:spcAft>
                          <a:spcPts val="0"/>
                        </a:spcAft>
                        <a:buClr>
                          <a:srgbClr val="000000"/>
                        </a:buClr>
                        <a:buSzPts val="2400"/>
                        <a:buFont typeface="Arial"/>
                        <a:buNone/>
                      </a:pPr>
                      <a:r>
                        <a:t/>
                      </a:r>
                      <a:endParaRPr sz="2400" u="none" cap="none" strike="noStrike"/>
                    </a:p>
                    <a:p>
                      <a:pPr indent="0" lvl="0" marL="0" marR="0" rtl="0" algn="ctr">
                        <a:lnSpc>
                          <a:spcPct val="100000"/>
                        </a:lnSpc>
                        <a:spcBef>
                          <a:spcPts val="0"/>
                        </a:spcBef>
                        <a:spcAft>
                          <a:spcPts val="0"/>
                        </a:spcAft>
                        <a:buClr>
                          <a:srgbClr val="000000"/>
                        </a:buClr>
                        <a:buSzPts val="2800"/>
                        <a:buFont typeface="Arial"/>
                        <a:buNone/>
                      </a:pPr>
                      <a:r>
                        <a:t/>
                      </a:r>
                      <a:endParaRPr sz="28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t/>
                      </a:r>
                      <a:endParaRPr sz="28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t/>
                      </a:r>
                      <a:endParaRPr sz="28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t/>
                      </a:r>
                      <a:endParaRPr sz="28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t/>
                      </a:r>
                      <a:endParaRPr sz="28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800"/>
                        <a:buFont typeface="Arial"/>
                        <a:buNone/>
                      </a:pPr>
                      <a:r>
                        <a:t/>
                      </a:r>
                      <a:endParaRPr sz="2800" u="none" cap="none" strike="noStrike">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1" sz="24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1100"/>
                        <a:buFont typeface="Arial"/>
                        <a:buNone/>
                      </a:pPr>
                      <a:r>
                        <a:t/>
                      </a:r>
                      <a:endParaRPr b="1" sz="2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Arial"/>
                        <a:buNone/>
                      </a:pPr>
                      <a:r>
                        <a:t/>
                      </a:r>
                      <a:endParaRPr sz="28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Arial"/>
                        <a:buNone/>
                      </a:pPr>
                      <a:r>
                        <a:t/>
                      </a:r>
                      <a:endParaRPr sz="28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4800"/>
                        <a:buFont typeface="Arial"/>
                        <a:buNone/>
                      </a:pPr>
                      <a:r>
                        <a:t/>
                      </a:r>
                      <a:endParaRPr sz="4800" u="none" cap="none" strike="noStrike"/>
                    </a:p>
                    <a:p>
                      <a:pPr indent="0" lvl="0" marL="0" marR="0" rtl="0" algn="l">
                        <a:lnSpc>
                          <a:spcPct val="100000"/>
                        </a:lnSpc>
                        <a:spcBef>
                          <a:spcPts val="0"/>
                        </a:spcBef>
                        <a:spcAft>
                          <a:spcPts val="0"/>
                        </a:spcAft>
                        <a:buClr>
                          <a:srgbClr val="000000"/>
                        </a:buClr>
                        <a:buSzPts val="4800"/>
                        <a:buFont typeface="Arial"/>
                        <a:buNone/>
                      </a:pPr>
                      <a:r>
                        <a:t/>
                      </a:r>
                      <a:endParaRPr sz="4800" u="none" cap="none" strike="noStrike"/>
                    </a:p>
                    <a:p>
                      <a:pPr indent="0" lvl="0" marL="0" marR="0" rtl="0" algn="l">
                        <a:lnSpc>
                          <a:spcPct val="100000"/>
                        </a:lnSpc>
                        <a:spcBef>
                          <a:spcPts val="0"/>
                        </a:spcBef>
                        <a:spcAft>
                          <a:spcPts val="0"/>
                        </a:spcAft>
                        <a:buClr>
                          <a:srgbClr val="000000"/>
                        </a:buClr>
                        <a:buSzPts val="4800"/>
                        <a:buFont typeface="Arial"/>
                        <a:buNone/>
                      </a:pPr>
                      <a:r>
                        <a:t/>
                      </a:r>
                      <a:endParaRPr sz="4800" u="none" cap="none" strike="noStrike"/>
                    </a:p>
                    <a:p>
                      <a:pPr indent="0" lvl="0" marL="0" marR="0" rtl="0" algn="l">
                        <a:lnSpc>
                          <a:spcPct val="100000"/>
                        </a:lnSpc>
                        <a:spcBef>
                          <a:spcPts val="0"/>
                        </a:spcBef>
                        <a:spcAft>
                          <a:spcPts val="0"/>
                        </a:spcAft>
                        <a:buClr>
                          <a:srgbClr val="000000"/>
                        </a:buClr>
                        <a:buSzPts val="4800"/>
                        <a:buFont typeface="Arial"/>
                        <a:buNone/>
                      </a:pPr>
                      <a:r>
                        <a:t/>
                      </a:r>
                      <a:endParaRPr sz="4800" u="none" cap="none" strike="noStrike"/>
                    </a:p>
                    <a:p>
                      <a:pPr indent="0" lvl="0" marL="0" marR="0" rtl="0" algn="l">
                        <a:lnSpc>
                          <a:spcPct val="100000"/>
                        </a:lnSpc>
                        <a:spcBef>
                          <a:spcPts val="0"/>
                        </a:spcBef>
                        <a:spcAft>
                          <a:spcPts val="0"/>
                        </a:spcAft>
                        <a:buClr>
                          <a:srgbClr val="000000"/>
                        </a:buClr>
                        <a:buSzPts val="4800"/>
                        <a:buFont typeface="Arial"/>
                        <a:buNone/>
                      </a:pPr>
                      <a:r>
                        <a:t/>
                      </a:r>
                      <a:endParaRPr sz="4800" u="none" cap="none" strike="noStrike"/>
                    </a:p>
                    <a:p>
                      <a:pPr indent="0" lvl="0" marL="0" marR="0" rtl="0" algn="l">
                        <a:lnSpc>
                          <a:spcPct val="100000"/>
                        </a:lnSpc>
                        <a:spcBef>
                          <a:spcPts val="0"/>
                        </a:spcBef>
                        <a:spcAft>
                          <a:spcPts val="0"/>
                        </a:spcAft>
                        <a:buClr>
                          <a:srgbClr val="000000"/>
                        </a:buClr>
                        <a:buSzPts val="4800"/>
                        <a:buFont typeface="Arial"/>
                        <a:buNone/>
                      </a:pPr>
                      <a:r>
                        <a:t/>
                      </a:r>
                      <a:endParaRPr sz="4800" u="none" cap="none" strike="noStrike"/>
                    </a:p>
                    <a:p>
                      <a:pPr indent="0" lvl="0" marL="0" marR="0" rtl="0" algn="l">
                        <a:lnSpc>
                          <a:spcPct val="100000"/>
                        </a:lnSpc>
                        <a:spcBef>
                          <a:spcPts val="0"/>
                        </a:spcBef>
                        <a:spcAft>
                          <a:spcPts val="0"/>
                        </a:spcAft>
                        <a:buClr>
                          <a:srgbClr val="000000"/>
                        </a:buClr>
                        <a:buSzPts val="4800"/>
                        <a:buFont typeface="Arial"/>
                        <a:buNone/>
                      </a:pPr>
                      <a:r>
                        <a:t/>
                      </a:r>
                      <a:endParaRPr sz="4800" u="none" cap="none" strike="noStrike"/>
                    </a:p>
                    <a:p>
                      <a:pPr indent="0" lvl="0" marL="0" marR="0" rtl="0" algn="l">
                        <a:lnSpc>
                          <a:spcPct val="100000"/>
                        </a:lnSpc>
                        <a:spcBef>
                          <a:spcPts val="0"/>
                        </a:spcBef>
                        <a:spcAft>
                          <a:spcPts val="0"/>
                        </a:spcAft>
                        <a:buClr>
                          <a:srgbClr val="000000"/>
                        </a:buClr>
                        <a:buSzPts val="4800"/>
                        <a:buFont typeface="Arial"/>
                        <a:buNone/>
                      </a:pPr>
                      <a:r>
                        <a:t/>
                      </a:r>
                      <a:endParaRPr sz="4800" u="none" cap="none" strike="noStrike"/>
                    </a:p>
                    <a:p>
                      <a:pPr indent="0" lvl="0" marL="0" marR="0" rtl="0" algn="l">
                        <a:lnSpc>
                          <a:spcPct val="100000"/>
                        </a:lnSpc>
                        <a:spcBef>
                          <a:spcPts val="0"/>
                        </a:spcBef>
                        <a:spcAft>
                          <a:spcPts val="0"/>
                        </a:spcAft>
                        <a:buClr>
                          <a:srgbClr val="000000"/>
                        </a:buClr>
                        <a:buSzPts val="4800"/>
                        <a:buFont typeface="Arial"/>
                        <a:buNone/>
                      </a:pPr>
                      <a:r>
                        <a:t/>
                      </a:r>
                      <a:endParaRPr sz="4800" u="none" cap="none" strike="noStrike"/>
                    </a:p>
                    <a:p>
                      <a:pPr indent="0" lvl="0" marL="0" marR="0" rtl="0" algn="l">
                        <a:lnSpc>
                          <a:spcPct val="100000"/>
                        </a:lnSpc>
                        <a:spcBef>
                          <a:spcPts val="0"/>
                        </a:spcBef>
                        <a:spcAft>
                          <a:spcPts val="0"/>
                        </a:spcAft>
                        <a:buClr>
                          <a:srgbClr val="000000"/>
                        </a:buClr>
                        <a:buSzPts val="4800"/>
                        <a:buFont typeface="Arial"/>
                        <a:buNone/>
                      </a:pPr>
                      <a:r>
                        <a:t/>
                      </a:r>
                      <a:endParaRPr sz="4800" u="none" cap="none" strike="noStrike"/>
                    </a:p>
                    <a:p>
                      <a:pPr indent="0" lvl="0" marL="0" marR="0" rtl="0" algn="l">
                        <a:lnSpc>
                          <a:spcPct val="100000"/>
                        </a:lnSpc>
                        <a:spcBef>
                          <a:spcPts val="0"/>
                        </a:spcBef>
                        <a:spcAft>
                          <a:spcPts val="0"/>
                        </a:spcAft>
                        <a:buClr>
                          <a:srgbClr val="000000"/>
                        </a:buClr>
                        <a:buSzPts val="4800"/>
                        <a:buFont typeface="Arial"/>
                        <a:buNone/>
                      </a:pPr>
                      <a:r>
                        <a:t/>
                      </a:r>
                      <a:endParaRPr sz="4800" u="none" cap="none" strike="noStrike"/>
                    </a:p>
                    <a:p>
                      <a:pPr indent="0" lvl="0" marL="0" marR="0" rtl="0" algn="l">
                        <a:lnSpc>
                          <a:spcPct val="100000"/>
                        </a:lnSpc>
                        <a:spcBef>
                          <a:spcPts val="0"/>
                        </a:spcBef>
                        <a:spcAft>
                          <a:spcPts val="0"/>
                        </a:spcAft>
                        <a:buClr>
                          <a:schemeClr val="dk1"/>
                        </a:buClr>
                        <a:buSzPts val="1100"/>
                        <a:buFont typeface="Arial"/>
                        <a:buNone/>
                      </a:pPr>
                      <a:r>
                        <a:t/>
                      </a:r>
                      <a:endParaRPr b="1" sz="4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t/>
                      </a:r>
                      <a:endParaRPr b="1" sz="4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t/>
                      </a:r>
                      <a:endParaRPr b="1" sz="4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t/>
                      </a:r>
                      <a:endParaRPr b="1" sz="4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chemeClr val="dk1"/>
                        </a:buClr>
                        <a:buSzPts val="1100"/>
                        <a:buFont typeface="Arial"/>
                        <a:buNone/>
                      </a:pPr>
                      <a:r>
                        <a:t/>
                      </a:r>
                      <a:endParaRPr b="1" sz="44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4800"/>
                        <a:buFont typeface="Arial"/>
                        <a:buNone/>
                      </a:pPr>
                      <a:r>
                        <a:t/>
                      </a:r>
                      <a:endParaRPr sz="4800" u="none" cap="none" strike="noStrike"/>
                    </a:p>
                  </a:txBody>
                  <a:tcPr marT="91425" marB="91425" marR="91425" marL="91425">
                    <a:lnL cap="flat" cmpd="sng" w="19050">
                      <a:solidFill>
                        <a:srgbClr val="9E9E9E"/>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2800"/>
                        <a:buFont typeface="Arial"/>
                        <a:buNone/>
                      </a:pPr>
                      <a:r>
                        <a:t/>
                      </a:r>
                      <a:endParaRPr sz="28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Arial"/>
                        <a:buNone/>
                      </a:pPr>
                      <a:r>
                        <a:t/>
                      </a:r>
                      <a:endParaRPr sz="2800" u="none" cap="none" strike="noStrike">
                        <a:solidFill>
                          <a:schemeClr val="dk1"/>
                        </a:solidFill>
                        <a:latin typeface="Times New Roman"/>
                        <a:ea typeface="Times New Roman"/>
                        <a:cs typeface="Times New Roman"/>
                        <a:sym typeface="Times New Roman"/>
                      </a:endParaRPr>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4400"/>
                        <a:buFont typeface="Arial"/>
                        <a:buNone/>
                      </a:pPr>
                      <a:r>
                        <a:t/>
                      </a:r>
                      <a:endParaRPr b="1" sz="4400" u="none" cap="none" strike="noStrike"/>
                    </a:p>
                    <a:p>
                      <a:pPr indent="0" lvl="0" marL="0" marR="0" rtl="0" algn="l">
                        <a:lnSpc>
                          <a:spcPct val="100000"/>
                        </a:lnSpc>
                        <a:spcBef>
                          <a:spcPts val="0"/>
                        </a:spcBef>
                        <a:spcAft>
                          <a:spcPts val="0"/>
                        </a:spcAft>
                        <a:buClr>
                          <a:srgbClr val="000000"/>
                        </a:buClr>
                        <a:buSzPts val="4400"/>
                        <a:buFont typeface="Arial"/>
                        <a:buNone/>
                      </a:pPr>
                      <a:r>
                        <a:t/>
                      </a:r>
                      <a:endParaRPr sz="4400" u="none" cap="none" strike="noStrike"/>
                    </a:p>
                    <a:p>
                      <a:pPr indent="0" lvl="0" marL="0" marR="0" rtl="0" algn="l">
                        <a:lnSpc>
                          <a:spcPct val="100000"/>
                        </a:lnSpc>
                        <a:spcBef>
                          <a:spcPts val="0"/>
                        </a:spcBef>
                        <a:spcAft>
                          <a:spcPts val="0"/>
                        </a:spcAft>
                        <a:buClr>
                          <a:srgbClr val="000000"/>
                        </a:buClr>
                        <a:buSzPts val="4400"/>
                        <a:buFont typeface="Arial"/>
                        <a:buNone/>
                      </a:pPr>
                      <a:r>
                        <a:t/>
                      </a:r>
                      <a:endParaRPr sz="4400" u="none" cap="none" strike="noStrike"/>
                    </a:p>
                    <a:p>
                      <a:pPr indent="0" lvl="0" marL="0" marR="0" rtl="0" algn="l">
                        <a:lnSpc>
                          <a:spcPct val="100000"/>
                        </a:lnSpc>
                        <a:spcBef>
                          <a:spcPts val="0"/>
                        </a:spcBef>
                        <a:spcAft>
                          <a:spcPts val="0"/>
                        </a:spcAft>
                        <a:buClr>
                          <a:srgbClr val="000000"/>
                        </a:buClr>
                        <a:buSzPts val="4400"/>
                        <a:buFont typeface="Arial"/>
                        <a:buNone/>
                      </a:pPr>
                      <a:r>
                        <a:t/>
                      </a:r>
                      <a:endParaRPr sz="4400" u="none" cap="none" strike="noStrike"/>
                    </a:p>
                    <a:p>
                      <a:pPr indent="0" lvl="0" marL="0" marR="0" rtl="0" algn="l">
                        <a:lnSpc>
                          <a:spcPct val="100000"/>
                        </a:lnSpc>
                        <a:spcBef>
                          <a:spcPts val="0"/>
                        </a:spcBef>
                        <a:spcAft>
                          <a:spcPts val="0"/>
                        </a:spcAft>
                        <a:buClr>
                          <a:srgbClr val="000000"/>
                        </a:buClr>
                        <a:buSzPts val="4400"/>
                        <a:buFont typeface="Arial"/>
                        <a:buNone/>
                      </a:pPr>
                      <a:r>
                        <a:t/>
                      </a:r>
                      <a:endParaRPr sz="4400" u="none" cap="none" strike="noStrike"/>
                    </a:p>
                    <a:p>
                      <a:pPr indent="0" lvl="0" marL="0" marR="0" rtl="0" algn="l">
                        <a:lnSpc>
                          <a:spcPct val="100000"/>
                        </a:lnSpc>
                        <a:spcBef>
                          <a:spcPts val="0"/>
                        </a:spcBef>
                        <a:spcAft>
                          <a:spcPts val="0"/>
                        </a:spcAft>
                        <a:buClr>
                          <a:srgbClr val="000000"/>
                        </a:buClr>
                        <a:buSzPts val="4400"/>
                        <a:buFont typeface="Arial"/>
                        <a:buNone/>
                      </a:pPr>
                      <a:r>
                        <a:t/>
                      </a:r>
                      <a:endParaRPr sz="4400" u="none" cap="none" strike="noStrike"/>
                    </a:p>
                    <a:p>
                      <a:pPr indent="0" lvl="0" marL="0" marR="0" rtl="0" algn="l">
                        <a:lnSpc>
                          <a:spcPct val="100000"/>
                        </a:lnSpc>
                        <a:spcBef>
                          <a:spcPts val="0"/>
                        </a:spcBef>
                        <a:spcAft>
                          <a:spcPts val="0"/>
                        </a:spcAft>
                        <a:buClr>
                          <a:srgbClr val="000000"/>
                        </a:buClr>
                        <a:buSzPts val="4400"/>
                        <a:buFont typeface="Arial"/>
                        <a:buNone/>
                      </a:pPr>
                      <a:r>
                        <a:t/>
                      </a:r>
                      <a:endParaRPr sz="4400" u="none" cap="none" strike="noStrike"/>
                    </a:p>
                    <a:p>
                      <a:pPr indent="0" lvl="0" marL="0" marR="0" rtl="0" algn="l">
                        <a:lnSpc>
                          <a:spcPct val="100000"/>
                        </a:lnSpc>
                        <a:spcBef>
                          <a:spcPts val="0"/>
                        </a:spcBef>
                        <a:spcAft>
                          <a:spcPts val="0"/>
                        </a:spcAft>
                        <a:buClr>
                          <a:srgbClr val="000000"/>
                        </a:buClr>
                        <a:buSzPts val="4400"/>
                        <a:buFont typeface="Arial"/>
                        <a:buNone/>
                      </a:pPr>
                      <a:r>
                        <a:t/>
                      </a:r>
                      <a:endParaRPr sz="4400" u="none" cap="none" strike="noStrike"/>
                    </a:p>
                    <a:p>
                      <a:pPr indent="0" lvl="0" marL="0" marR="0" rtl="0" algn="l">
                        <a:lnSpc>
                          <a:spcPct val="100000"/>
                        </a:lnSpc>
                        <a:spcBef>
                          <a:spcPts val="0"/>
                        </a:spcBef>
                        <a:spcAft>
                          <a:spcPts val="0"/>
                        </a:spcAft>
                        <a:buClr>
                          <a:srgbClr val="000000"/>
                        </a:buClr>
                        <a:buSzPts val="4400"/>
                        <a:buFont typeface="Arial"/>
                        <a:buNone/>
                      </a:pPr>
                      <a:r>
                        <a:t/>
                      </a:r>
                      <a:endParaRPr sz="4400" u="none" cap="none" strike="noStrike"/>
                    </a:p>
                    <a:p>
                      <a:pPr indent="0" lvl="0" marL="0" marR="0" rtl="0" algn="l">
                        <a:lnSpc>
                          <a:spcPct val="100000"/>
                        </a:lnSpc>
                        <a:spcBef>
                          <a:spcPts val="0"/>
                        </a:spcBef>
                        <a:spcAft>
                          <a:spcPts val="0"/>
                        </a:spcAft>
                        <a:buClr>
                          <a:srgbClr val="000000"/>
                        </a:buClr>
                        <a:buSzPts val="4400"/>
                        <a:buFont typeface="Arial"/>
                        <a:buNone/>
                      </a:pPr>
                      <a:r>
                        <a:t/>
                      </a:r>
                      <a:endParaRPr sz="4400" u="none" cap="none" strike="noStrike"/>
                    </a:p>
                    <a:p>
                      <a:pPr indent="0" lvl="0" marL="0" marR="0" rtl="0" algn="l">
                        <a:lnSpc>
                          <a:spcPct val="100000"/>
                        </a:lnSpc>
                        <a:spcBef>
                          <a:spcPts val="0"/>
                        </a:spcBef>
                        <a:spcAft>
                          <a:spcPts val="0"/>
                        </a:spcAft>
                        <a:buClr>
                          <a:srgbClr val="000000"/>
                        </a:buClr>
                        <a:buSzPts val="4400"/>
                        <a:buFont typeface="Arial"/>
                        <a:buNone/>
                      </a:pPr>
                      <a:r>
                        <a:t/>
                      </a:r>
                      <a:endParaRPr sz="4400" u="none" cap="none" strike="noStrike"/>
                    </a:p>
                    <a:p>
                      <a:pPr indent="0" lvl="0" marL="0" marR="0" rtl="0" algn="l">
                        <a:lnSpc>
                          <a:spcPct val="100000"/>
                        </a:lnSpc>
                        <a:spcBef>
                          <a:spcPts val="0"/>
                        </a:spcBef>
                        <a:spcAft>
                          <a:spcPts val="0"/>
                        </a:spcAft>
                        <a:buClr>
                          <a:srgbClr val="000000"/>
                        </a:buClr>
                        <a:buSzPts val="4400"/>
                        <a:buFont typeface="Arial"/>
                        <a:buNone/>
                      </a:pPr>
                      <a:r>
                        <a:t/>
                      </a:r>
                      <a:endParaRPr sz="4400" u="none" cap="none" strike="noStrike"/>
                    </a:p>
                    <a:p>
                      <a:pPr indent="0" lvl="0" marL="0" marR="0" rtl="0" algn="l">
                        <a:lnSpc>
                          <a:spcPct val="100000"/>
                        </a:lnSpc>
                        <a:spcBef>
                          <a:spcPts val="0"/>
                        </a:spcBef>
                        <a:spcAft>
                          <a:spcPts val="0"/>
                        </a:spcAft>
                        <a:buClr>
                          <a:srgbClr val="000000"/>
                        </a:buClr>
                        <a:buSzPts val="4400"/>
                        <a:buFont typeface="Arial"/>
                        <a:buNone/>
                      </a:pPr>
                      <a:r>
                        <a:t/>
                      </a:r>
                      <a:endParaRPr sz="4400" u="none" cap="none" strike="noStrike"/>
                    </a:p>
                    <a:p>
                      <a:pPr indent="0" lvl="0" marL="0" marR="0" rtl="0" algn="l">
                        <a:lnSpc>
                          <a:spcPct val="100000"/>
                        </a:lnSpc>
                        <a:spcBef>
                          <a:spcPts val="0"/>
                        </a:spcBef>
                        <a:spcAft>
                          <a:spcPts val="0"/>
                        </a:spcAft>
                        <a:buClr>
                          <a:srgbClr val="000000"/>
                        </a:buClr>
                        <a:buSzPts val="4400"/>
                        <a:buFont typeface="Arial"/>
                        <a:buNone/>
                      </a:pPr>
                      <a:r>
                        <a:t/>
                      </a:r>
                      <a:endParaRPr sz="4400" u="none" cap="none" strike="noStrike"/>
                    </a:p>
                    <a:p>
                      <a:pPr indent="0" lvl="0" marL="0" marR="0" rtl="0" algn="l">
                        <a:lnSpc>
                          <a:spcPct val="100000"/>
                        </a:lnSpc>
                        <a:spcBef>
                          <a:spcPts val="0"/>
                        </a:spcBef>
                        <a:spcAft>
                          <a:spcPts val="0"/>
                        </a:spcAft>
                        <a:buClr>
                          <a:srgbClr val="000000"/>
                        </a:buClr>
                        <a:buSzPts val="4400"/>
                        <a:buFont typeface="Arial"/>
                        <a:buNone/>
                      </a:pPr>
                      <a:r>
                        <a:t/>
                      </a:r>
                      <a:endParaRPr sz="4400" u="none" cap="none" strike="noStrike"/>
                    </a:p>
                    <a:p>
                      <a:pPr indent="0" lvl="0" marL="0" marR="0" rtl="0" algn="l">
                        <a:lnSpc>
                          <a:spcPct val="100000"/>
                        </a:lnSpc>
                        <a:spcBef>
                          <a:spcPts val="0"/>
                        </a:spcBef>
                        <a:spcAft>
                          <a:spcPts val="0"/>
                        </a:spcAft>
                        <a:buClr>
                          <a:srgbClr val="000000"/>
                        </a:buClr>
                        <a:buSzPts val="4400"/>
                        <a:buFont typeface="Arial"/>
                        <a:buNone/>
                      </a:pPr>
                      <a:r>
                        <a:t/>
                      </a:r>
                      <a:endParaRPr sz="4400" u="none" cap="none" strike="noStrike"/>
                    </a:p>
                    <a:p>
                      <a:pPr indent="0" lvl="0" marL="0" marR="0" rtl="0" algn="l">
                        <a:lnSpc>
                          <a:spcPct val="100000"/>
                        </a:lnSpc>
                        <a:spcBef>
                          <a:spcPts val="0"/>
                        </a:spcBef>
                        <a:spcAft>
                          <a:spcPts val="0"/>
                        </a:spcAft>
                        <a:buClr>
                          <a:srgbClr val="000000"/>
                        </a:buClr>
                        <a:buSzPts val="4400"/>
                        <a:buFont typeface="Arial"/>
                        <a:buNone/>
                      </a:pPr>
                      <a:r>
                        <a:t/>
                      </a:r>
                      <a:endParaRPr sz="4400" u="none" cap="none" strike="noStrike"/>
                    </a:p>
                    <a:p>
                      <a:pPr indent="0" lvl="0" marL="0" marR="0" rtl="0" algn="l">
                        <a:lnSpc>
                          <a:spcPct val="100000"/>
                        </a:lnSpc>
                        <a:spcBef>
                          <a:spcPts val="0"/>
                        </a:spcBef>
                        <a:spcAft>
                          <a:spcPts val="0"/>
                        </a:spcAft>
                        <a:buClr>
                          <a:srgbClr val="000000"/>
                        </a:buClr>
                        <a:buSzPts val="4400"/>
                        <a:buFont typeface="Arial"/>
                        <a:buNone/>
                      </a:pPr>
                      <a:r>
                        <a:t/>
                      </a:r>
                      <a:endParaRPr sz="4400" u="none" cap="none" strike="noStrike"/>
                    </a:p>
                    <a:p>
                      <a:pPr indent="0" lvl="0" marL="0" marR="0" rtl="0" algn="l">
                        <a:lnSpc>
                          <a:spcPct val="100000"/>
                        </a:lnSpc>
                        <a:spcBef>
                          <a:spcPts val="0"/>
                        </a:spcBef>
                        <a:spcAft>
                          <a:spcPts val="0"/>
                        </a:spcAft>
                        <a:buClr>
                          <a:srgbClr val="000000"/>
                        </a:buClr>
                        <a:buSzPts val="4400"/>
                        <a:buFont typeface="Arial"/>
                        <a:buNone/>
                      </a:pPr>
                      <a:r>
                        <a:t/>
                      </a:r>
                      <a:endParaRPr sz="4400" u="none" cap="none" strike="noStrike"/>
                    </a:p>
                    <a:p>
                      <a:pPr indent="0" lvl="0" marL="0" marR="0" rtl="0" algn="l">
                        <a:lnSpc>
                          <a:spcPct val="100000"/>
                        </a:lnSpc>
                        <a:spcBef>
                          <a:spcPts val="0"/>
                        </a:spcBef>
                        <a:spcAft>
                          <a:spcPts val="0"/>
                        </a:spcAft>
                        <a:buClr>
                          <a:srgbClr val="000000"/>
                        </a:buClr>
                        <a:buSzPts val="4400"/>
                        <a:buFont typeface="Arial"/>
                        <a:buNone/>
                      </a:pPr>
                      <a:r>
                        <a:t/>
                      </a:r>
                      <a:endParaRPr sz="4400" u="none" cap="none" strike="noStrike"/>
                    </a:p>
                    <a:p>
                      <a:pPr indent="0" lvl="0" marL="0" marR="0" rtl="0" algn="l">
                        <a:lnSpc>
                          <a:spcPct val="100000"/>
                        </a:lnSpc>
                        <a:spcBef>
                          <a:spcPts val="0"/>
                        </a:spcBef>
                        <a:spcAft>
                          <a:spcPts val="0"/>
                        </a:spcAft>
                        <a:buClr>
                          <a:srgbClr val="000000"/>
                        </a:buClr>
                        <a:buSzPts val="4400"/>
                        <a:buFont typeface="Arial"/>
                        <a:buNone/>
                      </a:pPr>
                      <a:r>
                        <a:t/>
                      </a:r>
                      <a:endParaRPr sz="4400" u="none" cap="none" strike="noStrike"/>
                    </a:p>
                    <a:p>
                      <a:pPr indent="0" lvl="0" marL="0" marR="0" rtl="0" algn="l">
                        <a:lnSpc>
                          <a:spcPct val="100000"/>
                        </a:lnSpc>
                        <a:spcBef>
                          <a:spcPts val="0"/>
                        </a:spcBef>
                        <a:spcAft>
                          <a:spcPts val="0"/>
                        </a:spcAft>
                        <a:buClr>
                          <a:srgbClr val="000000"/>
                        </a:buClr>
                        <a:buSzPts val="4400"/>
                        <a:buFont typeface="Arial"/>
                        <a:buNone/>
                      </a:pPr>
                      <a:r>
                        <a:t/>
                      </a:r>
                      <a:endParaRPr sz="4400" u="none" cap="none" strike="noStrike"/>
                    </a:p>
                    <a:p>
                      <a:pPr indent="0" lvl="0" marL="0" marR="0" rtl="0" algn="l">
                        <a:lnSpc>
                          <a:spcPct val="100000"/>
                        </a:lnSpc>
                        <a:spcBef>
                          <a:spcPts val="0"/>
                        </a:spcBef>
                        <a:spcAft>
                          <a:spcPts val="0"/>
                        </a:spcAft>
                        <a:buClr>
                          <a:srgbClr val="000000"/>
                        </a:buClr>
                        <a:buSzPts val="4400"/>
                        <a:buFont typeface="Arial"/>
                        <a:buNone/>
                      </a:pPr>
                      <a:r>
                        <a:t/>
                      </a:r>
                      <a:endParaRPr b="1" sz="4400" u="none" cap="none" strike="noStrike"/>
                    </a:p>
                    <a:p>
                      <a:pPr indent="0" lvl="0" marL="0" marR="0" rtl="0" algn="l">
                        <a:lnSpc>
                          <a:spcPct val="100000"/>
                        </a:lnSpc>
                        <a:spcBef>
                          <a:spcPts val="0"/>
                        </a:spcBef>
                        <a:spcAft>
                          <a:spcPts val="0"/>
                        </a:spcAft>
                        <a:buClr>
                          <a:srgbClr val="000000"/>
                        </a:buClr>
                        <a:buSzPts val="2800"/>
                        <a:buFont typeface="Arial"/>
                        <a:buNone/>
                      </a:pPr>
                      <a:r>
                        <a:t/>
                      </a:r>
                      <a:endParaRPr sz="28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Arial"/>
                        <a:buNone/>
                      </a:pPr>
                      <a:r>
                        <a:t/>
                      </a:r>
                      <a:endParaRPr sz="28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Arial"/>
                        <a:buNone/>
                      </a:pPr>
                      <a:r>
                        <a:t/>
                      </a:r>
                      <a:endParaRPr sz="28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Arial"/>
                        <a:buNone/>
                      </a:pPr>
                      <a:r>
                        <a:t/>
                      </a:r>
                      <a:endParaRPr sz="28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Arial"/>
                        <a:buNone/>
                      </a:pPr>
                      <a:r>
                        <a:t/>
                      </a:r>
                      <a:endParaRPr sz="28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Arial"/>
                        <a:buNone/>
                      </a:pPr>
                      <a:r>
                        <a:t/>
                      </a:r>
                      <a:endParaRPr sz="2800" u="none" cap="none" strike="noStrike">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Arial"/>
                        <a:buNone/>
                      </a:pPr>
                      <a:r>
                        <a:t/>
                      </a:r>
                      <a:endParaRPr sz="2400" u="none" cap="none" strike="noStrike">
                        <a:latin typeface="Times New Roman"/>
                        <a:ea typeface="Times New Roman"/>
                        <a:cs typeface="Times New Roman"/>
                        <a:sym typeface="Times New Roman"/>
                      </a:endParaRPr>
                    </a:p>
                  </a:txBody>
                  <a:tcPr marT="91425" marB="91425" marR="91425" marL="91425">
                    <a:lnL cap="flat" cmpd="sng" w="19050">
                      <a:solidFill>
                        <a:schemeClr val="dk1"/>
                      </a:solidFill>
                      <a:prstDash val="solid"/>
                      <a:round/>
                      <a:headEnd len="sm" w="sm" type="none"/>
                      <a:tailEnd len="sm" w="sm" type="none"/>
                    </a:lnL>
                    <a:lnR cap="flat" cmpd="sng" w="19050">
                      <a:solidFill>
                        <a:srgbClr val="9E9E9E"/>
                      </a:solidFill>
                      <a:prstDash val="solid"/>
                      <a:round/>
                      <a:headEnd len="sm" w="sm" type="none"/>
                      <a:tailEnd len="sm" w="sm" type="none"/>
                    </a:lnR>
                    <a:lnT cap="flat" cmpd="sng" w="19050">
                      <a:solidFill>
                        <a:srgbClr val="9E9E9E"/>
                      </a:solidFill>
                      <a:prstDash val="solid"/>
                      <a:round/>
                      <a:headEnd len="sm" w="sm" type="none"/>
                      <a:tailEnd len="sm" w="sm" type="none"/>
                    </a:lnT>
                    <a:lnB cap="flat" cmpd="sng" w="19050">
                      <a:solidFill>
                        <a:srgbClr val="9E9E9E"/>
                      </a:solidFill>
                      <a:prstDash val="solid"/>
                      <a:round/>
                      <a:headEnd len="sm" w="sm" type="none"/>
                      <a:tailEnd len="sm" w="sm" type="none"/>
                    </a:lnB>
                  </a:tcPr>
                </a:tc>
              </a:tr>
            </a:tbl>
          </a:graphicData>
        </a:graphic>
      </p:graphicFrame>
      <p:sp>
        <p:nvSpPr>
          <p:cNvPr id="106" name="Google Shape;106;p14"/>
          <p:cNvSpPr txBox="1"/>
          <p:nvPr/>
        </p:nvSpPr>
        <p:spPr>
          <a:xfrm>
            <a:off x="403875" y="11440533"/>
            <a:ext cx="13741042" cy="829114"/>
          </a:xfrm>
          <a:prstGeom prst="rect">
            <a:avLst/>
          </a:prstGeom>
          <a:solidFill>
            <a:srgbClr val="EA9999"/>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400"/>
              <a:buFont typeface="Arial"/>
              <a:buNone/>
            </a:pPr>
            <a:r>
              <a:rPr b="1" i="0" lang="en" sz="4400" u="none" cap="none" strike="noStrike">
                <a:solidFill>
                  <a:srgbClr val="000000"/>
                </a:solidFill>
                <a:latin typeface="Times New Roman"/>
                <a:ea typeface="Times New Roman"/>
                <a:cs typeface="Times New Roman"/>
                <a:sym typeface="Times New Roman"/>
              </a:rPr>
              <a:t>RESEARCH QUESTIONS</a:t>
            </a:r>
            <a:endParaRPr/>
          </a:p>
        </p:txBody>
      </p:sp>
      <p:sp>
        <p:nvSpPr>
          <p:cNvPr id="107" name="Google Shape;107;p14"/>
          <p:cNvSpPr txBox="1"/>
          <p:nvPr/>
        </p:nvSpPr>
        <p:spPr>
          <a:xfrm>
            <a:off x="374977" y="5458042"/>
            <a:ext cx="13819178" cy="829114"/>
          </a:xfrm>
          <a:prstGeom prst="rect">
            <a:avLst/>
          </a:prstGeom>
          <a:solidFill>
            <a:srgbClr val="EA9999"/>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400"/>
              <a:buFont typeface="Arial"/>
              <a:buNone/>
            </a:pPr>
            <a:r>
              <a:rPr b="1" i="0" lang="en" sz="4400" u="none" cap="none" strike="noStrike">
                <a:solidFill>
                  <a:srgbClr val="000000"/>
                </a:solidFill>
                <a:latin typeface="Times New Roman"/>
                <a:ea typeface="Times New Roman"/>
                <a:cs typeface="Times New Roman"/>
                <a:sym typeface="Times New Roman"/>
              </a:rPr>
              <a:t>BACKGROUND</a:t>
            </a:r>
            <a:endParaRPr b="1" i="0" sz="4400" u="none" cap="none" strike="noStrike">
              <a:solidFill>
                <a:srgbClr val="000000"/>
              </a:solidFill>
              <a:latin typeface="Times New Roman"/>
              <a:ea typeface="Times New Roman"/>
              <a:cs typeface="Times New Roman"/>
              <a:sym typeface="Times New Roman"/>
            </a:endParaRPr>
          </a:p>
        </p:txBody>
      </p:sp>
      <p:sp>
        <p:nvSpPr>
          <p:cNvPr id="108" name="Google Shape;108;p14"/>
          <p:cNvSpPr txBox="1"/>
          <p:nvPr/>
        </p:nvSpPr>
        <p:spPr>
          <a:xfrm>
            <a:off x="14976199" y="5539856"/>
            <a:ext cx="13966800" cy="747300"/>
          </a:xfrm>
          <a:prstGeom prst="rect">
            <a:avLst/>
          </a:prstGeom>
          <a:solidFill>
            <a:srgbClr val="EA9999"/>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400"/>
              <a:buFont typeface="Arial"/>
              <a:buNone/>
            </a:pPr>
            <a:r>
              <a:rPr b="1" i="0" lang="en" sz="4400" u="none" cap="none" strike="noStrike">
                <a:solidFill>
                  <a:srgbClr val="000000"/>
                </a:solidFill>
                <a:latin typeface="Times New Roman"/>
                <a:ea typeface="Times New Roman"/>
                <a:cs typeface="Times New Roman"/>
                <a:sym typeface="Times New Roman"/>
              </a:rPr>
              <a:t>RESULTS</a:t>
            </a:r>
            <a:endParaRPr/>
          </a:p>
        </p:txBody>
      </p:sp>
      <p:sp>
        <p:nvSpPr>
          <p:cNvPr id="109" name="Google Shape;109;p14"/>
          <p:cNvSpPr txBox="1"/>
          <p:nvPr/>
        </p:nvSpPr>
        <p:spPr>
          <a:xfrm>
            <a:off x="403875" y="14876099"/>
            <a:ext cx="13741042" cy="872588"/>
          </a:xfrm>
          <a:prstGeom prst="rect">
            <a:avLst/>
          </a:prstGeom>
          <a:solidFill>
            <a:srgbClr val="EA9999"/>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400"/>
              <a:buFont typeface="Arial"/>
              <a:buNone/>
            </a:pPr>
            <a:r>
              <a:rPr b="1" i="0" lang="en" sz="4400" u="none" cap="none" strike="noStrike">
                <a:solidFill>
                  <a:srgbClr val="000000"/>
                </a:solidFill>
                <a:latin typeface="Times New Roman"/>
                <a:ea typeface="Times New Roman"/>
                <a:cs typeface="Times New Roman"/>
                <a:sym typeface="Times New Roman"/>
              </a:rPr>
              <a:t>DATA &amp; METHODS</a:t>
            </a:r>
            <a:endParaRPr/>
          </a:p>
        </p:txBody>
      </p:sp>
      <p:sp>
        <p:nvSpPr>
          <p:cNvPr id="110" name="Google Shape;110;p14"/>
          <p:cNvSpPr txBox="1"/>
          <p:nvPr/>
        </p:nvSpPr>
        <p:spPr>
          <a:xfrm>
            <a:off x="29915172" y="20693524"/>
            <a:ext cx="13746649" cy="895974"/>
          </a:xfrm>
          <a:prstGeom prst="rect">
            <a:avLst/>
          </a:prstGeom>
          <a:solidFill>
            <a:srgbClr val="EA9999"/>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400"/>
              <a:buFont typeface="Arial"/>
              <a:buNone/>
            </a:pPr>
            <a:r>
              <a:rPr b="1" i="0" lang="en" sz="4400" u="none" cap="none" strike="noStrike">
                <a:solidFill>
                  <a:srgbClr val="000000"/>
                </a:solidFill>
                <a:latin typeface="Times New Roman"/>
                <a:ea typeface="Times New Roman"/>
                <a:cs typeface="Times New Roman"/>
                <a:sym typeface="Times New Roman"/>
              </a:rPr>
              <a:t>SELECTED REFERENCES</a:t>
            </a:r>
            <a:endParaRPr/>
          </a:p>
        </p:txBody>
      </p:sp>
      <p:sp>
        <p:nvSpPr>
          <p:cNvPr id="111" name="Google Shape;111;p14"/>
          <p:cNvSpPr txBox="1"/>
          <p:nvPr/>
        </p:nvSpPr>
        <p:spPr>
          <a:xfrm>
            <a:off x="29915172" y="27372365"/>
            <a:ext cx="13716878" cy="895975"/>
          </a:xfrm>
          <a:prstGeom prst="rect">
            <a:avLst/>
          </a:prstGeom>
          <a:solidFill>
            <a:srgbClr val="EA9999"/>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4400"/>
              <a:buFont typeface="Arial"/>
              <a:buNone/>
            </a:pPr>
            <a:r>
              <a:rPr b="1" i="0" lang="en" sz="4400" u="none" cap="none" strike="noStrike">
                <a:solidFill>
                  <a:srgbClr val="000000"/>
                </a:solidFill>
                <a:latin typeface="Times New Roman"/>
                <a:ea typeface="Times New Roman"/>
                <a:cs typeface="Times New Roman"/>
                <a:sym typeface="Times New Roman"/>
              </a:rPr>
              <a:t>ACKNOWLEDGMENTS</a:t>
            </a:r>
            <a:endParaRPr/>
          </a:p>
        </p:txBody>
      </p:sp>
      <p:pic>
        <p:nvPicPr>
          <p:cNvPr id="112" name="Google Shape;112;p14"/>
          <p:cNvPicPr preferRelativeResize="0"/>
          <p:nvPr/>
        </p:nvPicPr>
        <p:blipFill rotWithShape="1">
          <a:blip r:embed="rId4">
            <a:alphaModFix/>
          </a:blip>
          <a:srcRect b="18172" l="0" r="0" t="18178"/>
          <a:stretch/>
        </p:blipFill>
        <p:spPr>
          <a:xfrm>
            <a:off x="390599" y="25357033"/>
            <a:ext cx="13844650" cy="1295750"/>
          </a:xfrm>
          <a:prstGeom prst="rect">
            <a:avLst/>
          </a:prstGeom>
          <a:noFill/>
          <a:ln>
            <a:noFill/>
          </a:ln>
        </p:spPr>
      </p:pic>
      <p:sp>
        <p:nvSpPr>
          <p:cNvPr id="113" name="Google Shape;113;p14"/>
          <p:cNvSpPr txBox="1"/>
          <p:nvPr/>
        </p:nvSpPr>
        <p:spPr>
          <a:xfrm>
            <a:off x="29720690" y="28496790"/>
            <a:ext cx="13841928" cy="4004278"/>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600"/>
              </a:spcBef>
              <a:spcAft>
                <a:spcPts val="0"/>
              </a:spcAft>
              <a:buClr>
                <a:srgbClr val="000000"/>
              </a:buClr>
              <a:buSzPts val="2800"/>
              <a:buFont typeface="Arial"/>
              <a:buNone/>
            </a:pPr>
            <a:r>
              <a:rPr b="0" i="0" lang="en" sz="2800" u="none" cap="none" strike="noStrike">
                <a:solidFill>
                  <a:srgbClr val="000000"/>
                </a:solidFill>
                <a:latin typeface="Times New Roman"/>
                <a:ea typeface="Times New Roman"/>
                <a:cs typeface="Times New Roman"/>
                <a:sym typeface="Times New Roman"/>
              </a:rPr>
              <a:t>This research was supported by the Immersive Research Internship Experience program at the University of Maryland. </a:t>
            </a:r>
            <a:endParaRPr/>
          </a:p>
          <a:p>
            <a:pPr indent="0" lvl="0" marL="0" marR="0" rtl="0" algn="l">
              <a:lnSpc>
                <a:spcPct val="100000"/>
              </a:lnSpc>
              <a:spcBef>
                <a:spcPts val="1200"/>
              </a:spcBef>
              <a:spcAft>
                <a:spcPts val="0"/>
              </a:spcAft>
              <a:buClr>
                <a:srgbClr val="000000"/>
              </a:buClr>
              <a:buSzPts val="2800"/>
              <a:buFont typeface="Arial"/>
              <a:buNone/>
            </a:pPr>
            <a:r>
              <a:rPr b="0" i="0" lang="en" sz="2800" u="none" cap="none" strike="noStrike">
                <a:solidFill>
                  <a:srgbClr val="000000"/>
                </a:solidFill>
                <a:latin typeface="Times New Roman"/>
                <a:ea typeface="Times New Roman"/>
                <a:cs typeface="Times New Roman"/>
                <a:sym typeface="Times New Roman"/>
              </a:rPr>
              <a:t>We thank our faculty leader, </a:t>
            </a:r>
            <a:r>
              <a:rPr b="1" i="0" lang="en" sz="2800" u="none" cap="none" strike="noStrike">
                <a:solidFill>
                  <a:srgbClr val="000000"/>
                </a:solidFill>
                <a:latin typeface="Times New Roman"/>
                <a:ea typeface="Times New Roman"/>
                <a:cs typeface="Times New Roman"/>
                <a:sym typeface="Times New Roman"/>
              </a:rPr>
              <a:t>Dr. Hélène Nguemgaing</a:t>
            </a:r>
            <a:r>
              <a:rPr b="0" i="0" lang="en" sz="2800" u="none" cap="none" strike="noStrike">
                <a:solidFill>
                  <a:srgbClr val="000000"/>
                </a:solidFill>
                <a:latin typeface="Times New Roman"/>
                <a:ea typeface="Times New Roman"/>
                <a:cs typeface="Times New Roman"/>
                <a:sym typeface="Times New Roman"/>
              </a:rPr>
              <a:t>, our faculty collaborators, and the 2026 SURC committee for organizing this conference. Special thanks to our team members: </a:t>
            </a:r>
            <a:r>
              <a:rPr b="1" i="0" lang="en" sz="2800" u="none" cap="none" strike="noStrike">
                <a:solidFill>
                  <a:srgbClr val="000000"/>
                </a:solidFill>
                <a:latin typeface="Times New Roman"/>
                <a:ea typeface="Times New Roman"/>
                <a:cs typeface="Times New Roman"/>
                <a:sym typeface="Times New Roman"/>
              </a:rPr>
              <a:t>Akshay Varma</a:t>
            </a:r>
            <a:r>
              <a:rPr b="0" i="0" lang="en" sz="2800" u="none" cap="none" strike="noStrike">
                <a:solidFill>
                  <a:srgbClr val="000000"/>
                </a:solidFill>
                <a:latin typeface="Times New Roman"/>
                <a:ea typeface="Times New Roman"/>
                <a:cs typeface="Times New Roman"/>
                <a:sym typeface="Times New Roman"/>
              </a:rPr>
              <a:t>, Class of 2027, B.S. Information Science, </a:t>
            </a:r>
            <a:r>
              <a:rPr b="1" i="0" lang="en" sz="2800" u="none" cap="none" strike="noStrike">
                <a:solidFill>
                  <a:srgbClr val="000000"/>
                </a:solidFill>
                <a:latin typeface="Times New Roman"/>
                <a:ea typeface="Times New Roman"/>
                <a:cs typeface="Times New Roman"/>
                <a:sym typeface="Times New Roman"/>
              </a:rPr>
              <a:t>Daniel Ribeiro</a:t>
            </a:r>
            <a:r>
              <a:rPr b="0" i="0" lang="en" sz="2800" u="none" cap="none" strike="noStrike">
                <a:solidFill>
                  <a:srgbClr val="000000"/>
                </a:solidFill>
                <a:latin typeface="Times New Roman"/>
                <a:ea typeface="Times New Roman"/>
                <a:cs typeface="Times New Roman"/>
                <a:sym typeface="Times New Roman"/>
              </a:rPr>
              <a:t>, Class of 2028, B.S. Economics Major, and </a:t>
            </a:r>
            <a:r>
              <a:rPr b="1" i="0" lang="en" sz="2800" u="none" cap="none" strike="noStrike">
                <a:solidFill>
                  <a:srgbClr val="000000"/>
                </a:solidFill>
                <a:latin typeface="Times New Roman"/>
                <a:ea typeface="Times New Roman"/>
                <a:cs typeface="Times New Roman"/>
                <a:sym typeface="Times New Roman"/>
              </a:rPr>
              <a:t>Jordan Xiong</a:t>
            </a:r>
            <a:r>
              <a:rPr b="0" i="0" lang="en" sz="2800" u="none" cap="none" strike="noStrike">
                <a:solidFill>
                  <a:srgbClr val="000000"/>
                </a:solidFill>
                <a:latin typeface="Times New Roman"/>
                <a:ea typeface="Times New Roman"/>
                <a:cs typeface="Times New Roman"/>
                <a:sym typeface="Times New Roman"/>
              </a:rPr>
              <a:t>, Class of 2027, B.S. Information Science, for all their hard work and contribution to the project.</a:t>
            </a:r>
            <a:endParaRPr b="0" i="0" sz="2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1200"/>
              </a:spcBef>
              <a:spcAft>
                <a:spcPts val="0"/>
              </a:spcAft>
              <a:buClr>
                <a:srgbClr val="000000"/>
              </a:buClr>
              <a:buSzPts val="1100"/>
              <a:buFont typeface="Arial"/>
              <a:buNone/>
            </a:pPr>
            <a:r>
              <a:t/>
            </a:r>
            <a:endParaRPr b="0" i="0" sz="2800" u="none" cap="none" strike="noStrike">
              <a:solidFill>
                <a:srgbClr val="000000"/>
              </a:solidFill>
              <a:latin typeface="Times New Roman"/>
              <a:ea typeface="Times New Roman"/>
              <a:cs typeface="Times New Roman"/>
              <a:sym typeface="Times New Roman"/>
            </a:endParaRPr>
          </a:p>
          <a:p>
            <a:pPr indent="-457200" lvl="0" marL="457200" marR="0" rtl="0" algn="l">
              <a:lnSpc>
                <a:spcPct val="115000"/>
              </a:lnSpc>
              <a:spcBef>
                <a:spcPts val="1200"/>
              </a:spcBef>
              <a:spcAft>
                <a:spcPts val="600"/>
              </a:spcAft>
              <a:buClr>
                <a:srgbClr val="000000"/>
              </a:buClr>
              <a:buSzPts val="2800"/>
              <a:buFont typeface="Arial"/>
              <a:buNone/>
            </a:pPr>
            <a:r>
              <a:t/>
            </a:r>
            <a:endParaRPr b="0" i="0" sz="2800" u="none" cap="none" strike="noStrike">
              <a:solidFill>
                <a:srgbClr val="595959"/>
              </a:solidFill>
              <a:latin typeface="Times New Roman"/>
              <a:ea typeface="Times New Roman"/>
              <a:cs typeface="Times New Roman"/>
              <a:sym typeface="Times New Roman"/>
            </a:endParaRPr>
          </a:p>
        </p:txBody>
      </p:sp>
      <p:sp>
        <p:nvSpPr>
          <p:cNvPr id="114" name="Google Shape;114;p14"/>
          <p:cNvSpPr txBox="1"/>
          <p:nvPr/>
        </p:nvSpPr>
        <p:spPr>
          <a:xfrm>
            <a:off x="29690500" y="21676062"/>
            <a:ext cx="13746649" cy="5839615"/>
          </a:xfrm>
          <a:prstGeom prst="rect">
            <a:avLst/>
          </a:prstGeom>
          <a:noFill/>
          <a:ln>
            <a:noFill/>
          </a:ln>
        </p:spPr>
        <p:txBody>
          <a:bodyPr anchorCtr="0" anchor="t" bIns="91425" lIns="91425" spcFirstLastPara="1" rIns="91425" wrap="square" tIns="91425">
            <a:noAutofit/>
          </a:bodyPr>
          <a:lstStyle/>
          <a:p>
            <a:pPr indent="-514350" lvl="0" marL="565150" marR="0" rtl="0" algn="l">
              <a:lnSpc>
                <a:spcPct val="100000"/>
              </a:lnSpc>
              <a:spcBef>
                <a:spcPts val="600"/>
              </a:spcBef>
              <a:spcAft>
                <a:spcPts val="0"/>
              </a:spcAft>
              <a:buClr>
                <a:srgbClr val="000000"/>
              </a:buClr>
              <a:buSzPts val="2800"/>
              <a:buFont typeface="Arial"/>
              <a:buAutoNum type="arabicPeriod"/>
            </a:pPr>
            <a:r>
              <a:rPr b="0" i="0" lang="en" sz="2800" u="none" cap="none" strike="noStrike">
                <a:solidFill>
                  <a:srgbClr val="000000"/>
                </a:solidFill>
                <a:uFill>
                  <a:noFill/>
                </a:uFill>
                <a:latin typeface="Times New Roman"/>
                <a:ea typeface="Times New Roman"/>
                <a:cs typeface="Times New Roman"/>
                <a:sym typeface="Times New Roman"/>
                <a:hlinkClick r:id="rId5">
                  <a:extLst>
                    <a:ext uri="{A12FA001-AC4F-418D-AE19-62706E023703}">
                      <ahyp:hlinkClr val="tx"/>
                    </a:ext>
                  </a:extLst>
                </a:hlinkClick>
              </a:rPr>
              <a:t>Bogmans, C., Gomez-Gonzalez, P., Melina, G., Pescatori, A., &amp; Thube, S. (2025). Power Hungry: How AI Will Drive Energy Demand. </a:t>
            </a:r>
            <a:endParaRPr b="0" i="0" sz="2800" u="none" cap="none" strike="noStrike">
              <a:solidFill>
                <a:srgbClr val="000000"/>
              </a:solidFill>
              <a:latin typeface="Times New Roman"/>
              <a:ea typeface="Times New Roman"/>
              <a:cs typeface="Times New Roman"/>
              <a:sym typeface="Times New Roman"/>
            </a:endParaRPr>
          </a:p>
          <a:p>
            <a:pPr indent="-514350" lvl="0" marL="565150" marR="0" rtl="0" algn="l">
              <a:lnSpc>
                <a:spcPct val="100000"/>
              </a:lnSpc>
              <a:spcBef>
                <a:spcPts val="1200"/>
              </a:spcBef>
              <a:spcAft>
                <a:spcPts val="0"/>
              </a:spcAft>
              <a:buClr>
                <a:srgbClr val="000000"/>
              </a:buClr>
              <a:buSzPts val="2800"/>
              <a:buFont typeface="Arial"/>
              <a:buAutoNum type="arabicPeriod"/>
            </a:pPr>
            <a:r>
              <a:rPr b="0" i="0" lang="en" sz="2800" u="none" cap="none" strike="noStrike">
                <a:solidFill>
                  <a:srgbClr val="000000"/>
                </a:solidFill>
                <a:uFill>
                  <a:noFill/>
                </a:uFill>
                <a:latin typeface="Times New Roman"/>
                <a:ea typeface="Times New Roman"/>
                <a:cs typeface="Times New Roman"/>
                <a:sym typeface="Times New Roman"/>
                <a:hlinkClick r:id="rId6">
                  <a:extLst>
                    <a:ext uri="{A12FA001-AC4F-418D-AE19-62706E023703}">
                      <ahyp:hlinkClr val="tx"/>
                    </a:ext>
                  </a:extLst>
                </a:hlinkClick>
              </a:rPr>
              <a:t>Kay, O., Reaser, R., &amp; Taylor, R. (2026). Processing Power: The Effect of Data Centers on Wholesale Electricity Markets. Federal Reserve Bank of Dallas, Working Papers, 2026(2606). https://doi.org/10.24149/wp2606 </a:t>
            </a:r>
            <a:endParaRPr b="0" i="0" sz="2800" u="none" cap="none" strike="noStrike">
              <a:solidFill>
                <a:srgbClr val="000000"/>
              </a:solidFill>
              <a:latin typeface="Times New Roman"/>
              <a:ea typeface="Times New Roman"/>
              <a:cs typeface="Times New Roman"/>
              <a:sym typeface="Times New Roman"/>
            </a:endParaRPr>
          </a:p>
          <a:p>
            <a:pPr indent="-514350" lvl="0" marL="565150" marR="0" rtl="0" algn="l">
              <a:lnSpc>
                <a:spcPct val="100000"/>
              </a:lnSpc>
              <a:spcBef>
                <a:spcPts val="1200"/>
              </a:spcBef>
              <a:spcAft>
                <a:spcPts val="0"/>
              </a:spcAft>
              <a:buClr>
                <a:srgbClr val="000000"/>
              </a:buClr>
              <a:buSzPts val="2800"/>
              <a:buFont typeface="Arial"/>
              <a:buAutoNum type="arabicPeriod"/>
            </a:pPr>
            <a:r>
              <a:rPr b="0" i="0" lang="en" sz="2800" u="none" cap="none" strike="noStrike">
                <a:solidFill>
                  <a:srgbClr val="000000"/>
                </a:solidFill>
                <a:uFill>
                  <a:noFill/>
                </a:uFill>
                <a:latin typeface="Times New Roman"/>
                <a:ea typeface="Times New Roman"/>
                <a:cs typeface="Times New Roman"/>
                <a:sym typeface="Times New Roman"/>
                <a:hlinkClick r:id="rId7">
                  <a:extLst>
                    <a:ext uri="{A12FA001-AC4F-418D-AE19-62706E023703}">
                      <ahyp:hlinkClr val="tx"/>
                    </a:ext>
                  </a:extLst>
                </a:hlinkClick>
              </a:rPr>
              <a:t>Shehabi, A., Smith, S. J., Masanet, E., &amp; Koomey, J. (2018). Data center growth in the United States: Decoupling the demand for services from electricity use. Environmental Research Letters, 13(12), 124030. https://doi.org/10.1088/1748-9326/aaec9c </a:t>
            </a:r>
            <a:endParaRPr b="0" i="0" sz="2800" u="none" cap="none" strike="noStrike">
              <a:solidFill>
                <a:srgbClr val="000000"/>
              </a:solidFill>
              <a:latin typeface="Times New Roman"/>
              <a:ea typeface="Times New Roman"/>
              <a:cs typeface="Times New Roman"/>
              <a:sym typeface="Times New Roman"/>
            </a:endParaRPr>
          </a:p>
          <a:p>
            <a:pPr indent="-514350" lvl="0" marL="565150" marR="0" rtl="0" algn="l">
              <a:lnSpc>
                <a:spcPct val="100000"/>
              </a:lnSpc>
              <a:spcBef>
                <a:spcPts val="1200"/>
              </a:spcBef>
              <a:spcAft>
                <a:spcPts val="600"/>
              </a:spcAft>
              <a:buClr>
                <a:srgbClr val="000000"/>
              </a:buClr>
              <a:buSzPts val="2800"/>
              <a:buFont typeface="Arial"/>
              <a:buAutoNum type="arabicPeriod"/>
            </a:pPr>
            <a:r>
              <a:rPr b="0" i="0" lang="en" sz="2800" u="none" cap="none" strike="noStrike">
                <a:solidFill>
                  <a:srgbClr val="000000"/>
                </a:solidFill>
                <a:uFill>
                  <a:noFill/>
                </a:uFill>
                <a:latin typeface="Times New Roman"/>
                <a:ea typeface="Times New Roman"/>
                <a:cs typeface="Times New Roman"/>
                <a:sym typeface="Times New Roman"/>
                <a:hlinkClick r:id="rId8">
                  <a:extLst>
                    <a:ext uri="{A12FA001-AC4F-418D-AE19-62706E023703}">
                      <ahyp:hlinkClr val="tx"/>
                    </a:ext>
                  </a:extLst>
                </a:hlinkClick>
              </a:rPr>
              <a:t>Han, Y., Shi, J., Yang, Y., &amp; Wang, Y. (2019). Direct Rebound Effect for Electricity Consumption of Urban Residents in China Based on the Spatial Spillover Effect. Energies, 12(11), 2069. https://doi.org/10.3390/en12112069 </a:t>
            </a:r>
            <a:endParaRPr b="0" i="0" sz="2800" u="none" cap="none" strike="noStrike">
              <a:solidFill>
                <a:srgbClr val="000000"/>
              </a:solidFill>
              <a:latin typeface="Arial"/>
              <a:ea typeface="Arial"/>
              <a:cs typeface="Arial"/>
              <a:sym typeface="Arial"/>
            </a:endParaRPr>
          </a:p>
        </p:txBody>
      </p:sp>
      <p:sp>
        <p:nvSpPr>
          <p:cNvPr id="115" name="Google Shape;115;p14"/>
          <p:cNvSpPr txBox="1"/>
          <p:nvPr/>
        </p:nvSpPr>
        <p:spPr>
          <a:xfrm>
            <a:off x="29713934" y="15768605"/>
            <a:ext cx="13699780" cy="4671845"/>
          </a:xfrm>
          <a:prstGeom prst="rect">
            <a:avLst/>
          </a:prstGeom>
          <a:noFill/>
          <a:ln>
            <a:noFill/>
          </a:ln>
        </p:spPr>
        <p:txBody>
          <a:bodyPr anchorCtr="0" anchor="t" bIns="91425" lIns="91425" spcFirstLastPara="1" rIns="91425" wrap="square" tIns="91425">
            <a:noAutofit/>
          </a:bodyPr>
          <a:lstStyle/>
          <a:p>
            <a:pPr indent="-406400" lvl="0" marL="457200" marR="0" rtl="0" algn="l">
              <a:lnSpc>
                <a:spcPct val="115000"/>
              </a:lnSpc>
              <a:spcBef>
                <a:spcPts val="600"/>
              </a:spcBef>
              <a:spcAft>
                <a:spcPts val="0"/>
              </a:spcAft>
              <a:buClr>
                <a:srgbClr val="000000"/>
              </a:buClr>
              <a:buSzPts val="2800"/>
              <a:buFont typeface="Times New Roman"/>
              <a:buChar char="●"/>
            </a:pPr>
            <a:r>
              <a:rPr b="0" i="0" lang="en" sz="2800" u="none" cap="none" strike="noStrike">
                <a:solidFill>
                  <a:srgbClr val="000000"/>
                </a:solidFill>
                <a:latin typeface="Times New Roman"/>
                <a:ea typeface="Times New Roman"/>
                <a:cs typeface="Times New Roman"/>
                <a:sym typeface="Times New Roman"/>
              </a:rPr>
              <a:t>Higher zone load is associated with higher wholesale prices, and the association lives almost entirely in transmission congestion, the part of the price paid where the grid is strained.</a:t>
            </a:r>
            <a:endParaRPr/>
          </a:p>
          <a:p>
            <a:pPr indent="-406400" lvl="0" marL="457200" marR="0" rtl="0" algn="l">
              <a:lnSpc>
                <a:spcPct val="115000"/>
              </a:lnSpc>
              <a:spcBef>
                <a:spcPts val="1200"/>
              </a:spcBef>
              <a:spcAft>
                <a:spcPts val="0"/>
              </a:spcAft>
              <a:buClr>
                <a:srgbClr val="000000"/>
              </a:buClr>
              <a:buSzPts val="2800"/>
              <a:buFont typeface="Times New Roman"/>
              <a:buChar char="●"/>
            </a:pPr>
            <a:r>
              <a:rPr b="0" i="0" lang="en" sz="2800" u="none" cap="none" strike="noStrike">
                <a:solidFill>
                  <a:srgbClr val="000000"/>
                </a:solidFill>
                <a:latin typeface="Times New Roman"/>
                <a:ea typeface="Times New Roman"/>
                <a:cs typeface="Times New Roman"/>
                <a:sym typeface="Times New Roman"/>
              </a:rPr>
              <a:t>Congestion costs in the Dominion zone, home to the Northern Virginia data center corridor, pulled away from comparison zones after 2021 and reached $10.44/MWh above them in 2025, even with gas prices 45% below their 2022 peak.</a:t>
            </a:r>
            <a:endParaRPr/>
          </a:p>
          <a:p>
            <a:pPr indent="-406400" lvl="0" marL="457200" marR="0" rtl="0" algn="l">
              <a:lnSpc>
                <a:spcPct val="100000"/>
              </a:lnSpc>
              <a:spcBef>
                <a:spcPts val="1200"/>
              </a:spcBef>
              <a:spcAft>
                <a:spcPts val="600"/>
              </a:spcAft>
              <a:buClr>
                <a:srgbClr val="000000"/>
              </a:buClr>
              <a:buSzPts val="2800"/>
              <a:buFont typeface="Times New Roman"/>
              <a:buChar char="●"/>
            </a:pPr>
            <a:r>
              <a:rPr b="0" i="0" lang="en" sz="2800" u="none" cap="none" strike="noStrike">
                <a:solidFill>
                  <a:srgbClr val="000000"/>
                </a:solidFill>
                <a:latin typeface="Times New Roman"/>
                <a:ea typeface="Times New Roman"/>
                <a:cs typeface="Times New Roman"/>
                <a:sym typeface="Times New Roman"/>
              </a:rPr>
              <a:t>Dominion’s load is associated with congestion in adjacent PEPCO but not in distant zones, the geographic signature of transmission constraints, and a cost that neighboring consumers share.</a:t>
            </a:r>
            <a:endParaRPr b="0" i="0" sz="2800" u="none" cap="none" strike="noStrike">
              <a:solidFill>
                <a:srgbClr val="000000"/>
              </a:solidFill>
              <a:latin typeface="Times New Roman"/>
              <a:ea typeface="Times New Roman"/>
              <a:cs typeface="Times New Roman"/>
              <a:sym typeface="Times New Roman"/>
            </a:endParaRPr>
          </a:p>
        </p:txBody>
      </p:sp>
      <p:sp>
        <p:nvSpPr>
          <p:cNvPr id="116" name="Google Shape;116;p14"/>
          <p:cNvSpPr txBox="1"/>
          <p:nvPr/>
        </p:nvSpPr>
        <p:spPr>
          <a:xfrm>
            <a:off x="15030452" y="11337847"/>
            <a:ext cx="13966800" cy="829114"/>
          </a:xfrm>
          <a:prstGeom prst="rect">
            <a:avLst/>
          </a:prstGeom>
          <a:solidFill>
            <a:schemeClr val="lt1"/>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1" i="0" lang="en" sz="4000" u="none" cap="none" strike="noStrike">
                <a:solidFill>
                  <a:srgbClr val="000000"/>
                </a:solidFill>
                <a:latin typeface="Times New Roman"/>
                <a:ea typeface="Times New Roman"/>
                <a:cs typeface="Times New Roman"/>
                <a:sym typeface="Times New Roman"/>
              </a:rPr>
              <a:t>Table 1: Load associations: real-time LMP and congestion</a:t>
            </a:r>
            <a:endParaRPr b="1" i="0" sz="4000" u="none" cap="none" strike="noStrike">
              <a:solidFill>
                <a:srgbClr val="000000"/>
              </a:solidFill>
              <a:latin typeface="Times New Roman"/>
              <a:ea typeface="Times New Roman"/>
              <a:cs typeface="Times New Roman"/>
              <a:sym typeface="Times New Roman"/>
            </a:endParaRPr>
          </a:p>
        </p:txBody>
      </p:sp>
      <p:sp>
        <p:nvSpPr>
          <p:cNvPr id="117" name="Google Shape;117;p14"/>
          <p:cNvSpPr txBox="1"/>
          <p:nvPr/>
        </p:nvSpPr>
        <p:spPr>
          <a:xfrm>
            <a:off x="374977" y="12204581"/>
            <a:ext cx="13913546" cy="2546973"/>
          </a:xfrm>
          <a:prstGeom prst="rect">
            <a:avLst/>
          </a:prstGeom>
          <a:noFill/>
          <a:ln>
            <a:noFill/>
          </a:ln>
        </p:spPr>
        <p:txBody>
          <a:bodyPr anchorCtr="0" anchor="t" bIns="91425" lIns="91425" spcFirstLastPara="1" rIns="91425" wrap="square" tIns="91425">
            <a:noAutofit/>
          </a:bodyPr>
          <a:lstStyle/>
          <a:p>
            <a:pPr indent="-406400" lvl="0" marL="457200" marR="0" rtl="0" algn="l">
              <a:lnSpc>
                <a:spcPct val="100000"/>
              </a:lnSpc>
              <a:spcBef>
                <a:spcPts val="600"/>
              </a:spcBef>
              <a:spcAft>
                <a:spcPts val="0"/>
              </a:spcAft>
              <a:buClr>
                <a:srgbClr val="000000"/>
              </a:buClr>
              <a:buSzPts val="2800"/>
              <a:buFont typeface="Times New Roman"/>
              <a:buChar char="●"/>
            </a:pPr>
            <a:r>
              <a:rPr b="0" i="0" lang="en" sz="2800" u="none" cap="none" strike="noStrike">
                <a:solidFill>
                  <a:srgbClr val="000000"/>
                </a:solidFill>
                <a:latin typeface="Times New Roman"/>
                <a:ea typeface="Times New Roman"/>
                <a:cs typeface="Times New Roman"/>
                <a:sym typeface="Times New Roman"/>
              </a:rPr>
              <a:t>Is growth in electricity demand, used as a proxy for AI-driven hyperscale data center expansion, associated with changes in wholesale electricity prices within PJM’s Dominion (DOM) transmission zone?</a:t>
            </a:r>
            <a:endParaRPr b="0" i="0" sz="2800" u="none" cap="none" strike="noStrike">
              <a:solidFill>
                <a:srgbClr val="000000"/>
              </a:solidFill>
              <a:latin typeface="Times New Roman"/>
              <a:ea typeface="Times New Roman"/>
              <a:cs typeface="Times New Roman"/>
              <a:sym typeface="Times New Roman"/>
            </a:endParaRPr>
          </a:p>
          <a:p>
            <a:pPr indent="-406400" lvl="0" marL="457200" marR="0" rtl="0" algn="l">
              <a:lnSpc>
                <a:spcPct val="100000"/>
              </a:lnSpc>
              <a:spcBef>
                <a:spcPts val="1200"/>
              </a:spcBef>
              <a:spcAft>
                <a:spcPts val="600"/>
              </a:spcAft>
              <a:buClr>
                <a:srgbClr val="000000"/>
              </a:buClr>
              <a:buSzPts val="2800"/>
              <a:buFont typeface="Times New Roman"/>
              <a:buChar char="●"/>
            </a:pPr>
            <a:r>
              <a:rPr b="0" i="0" lang="en" sz="2800" u="none" cap="none" strike="noStrike">
                <a:solidFill>
                  <a:srgbClr val="000000"/>
                </a:solidFill>
                <a:latin typeface="Times New Roman"/>
                <a:ea typeface="Times New Roman"/>
                <a:cs typeface="Times New Roman"/>
                <a:sym typeface="Times New Roman"/>
              </a:rPr>
              <a:t>Are these associations also observed in neighboring transmission zones (AEP, AP, and PEPCO), suggesting possible spillover effects across the PJM transmission network?</a:t>
            </a:r>
            <a:endParaRPr b="0" i="0" sz="2100" u="none" cap="none" strike="noStrike">
              <a:solidFill>
                <a:srgbClr val="000000"/>
              </a:solidFill>
              <a:latin typeface="Times New Roman"/>
              <a:ea typeface="Times New Roman"/>
              <a:cs typeface="Times New Roman"/>
              <a:sym typeface="Times New Roman"/>
            </a:endParaRPr>
          </a:p>
        </p:txBody>
      </p:sp>
      <p:sp>
        <p:nvSpPr>
          <p:cNvPr id="118" name="Google Shape;118;p14"/>
          <p:cNvSpPr txBox="1"/>
          <p:nvPr/>
        </p:nvSpPr>
        <p:spPr>
          <a:xfrm>
            <a:off x="239930" y="15742895"/>
            <a:ext cx="13954225" cy="2793681"/>
          </a:xfrm>
          <a:prstGeom prst="rect">
            <a:avLst/>
          </a:prstGeom>
          <a:noFill/>
          <a:ln>
            <a:noFill/>
          </a:ln>
        </p:spPr>
        <p:txBody>
          <a:bodyPr anchorCtr="0" anchor="t" bIns="91425" lIns="91425" spcFirstLastPara="1" rIns="91425" wrap="square" tIns="91425">
            <a:noAutofit/>
          </a:bodyPr>
          <a:lstStyle/>
          <a:p>
            <a:pPr indent="-406400" lvl="0" marL="457200" marR="0" rtl="0" algn="l">
              <a:lnSpc>
                <a:spcPct val="100000"/>
              </a:lnSpc>
              <a:spcBef>
                <a:spcPts val="600"/>
              </a:spcBef>
              <a:spcAft>
                <a:spcPts val="0"/>
              </a:spcAft>
              <a:buClr>
                <a:srgbClr val="000000"/>
              </a:buClr>
              <a:buSzPts val="2800"/>
              <a:buFont typeface="Times New Roman"/>
              <a:buChar char="●"/>
            </a:pPr>
            <a:r>
              <a:rPr b="0" i="0" lang="en" sz="2800" u="none" cap="none" strike="noStrike">
                <a:solidFill>
                  <a:srgbClr val="000000"/>
                </a:solidFill>
                <a:latin typeface="Times New Roman"/>
                <a:ea typeface="Times New Roman"/>
                <a:cs typeface="Times New Roman"/>
                <a:sym typeface="Times New Roman"/>
              </a:rPr>
              <a:t>Monthly panel dataset tracking 4 PJM zones (DOM, AEP, AP, PEPCO) from Jan 2020 to Dec 2025</a:t>
            </a:r>
            <a:endParaRPr b="0" i="0" sz="2800" u="none" cap="none" strike="noStrike">
              <a:solidFill>
                <a:srgbClr val="000000"/>
              </a:solidFill>
              <a:latin typeface="Times New Roman"/>
              <a:ea typeface="Times New Roman"/>
              <a:cs typeface="Times New Roman"/>
              <a:sym typeface="Times New Roman"/>
            </a:endParaRPr>
          </a:p>
          <a:p>
            <a:pPr indent="-406400" lvl="0" marL="457200" marR="0" rtl="0" algn="l">
              <a:lnSpc>
                <a:spcPct val="100000"/>
              </a:lnSpc>
              <a:spcBef>
                <a:spcPts val="1200"/>
              </a:spcBef>
              <a:spcAft>
                <a:spcPts val="0"/>
              </a:spcAft>
              <a:buClr>
                <a:srgbClr val="000000"/>
              </a:buClr>
              <a:buSzPts val="2800"/>
              <a:buFont typeface="Times New Roman"/>
              <a:buChar char="●"/>
            </a:pPr>
            <a:r>
              <a:rPr b="0" i="0" lang="en" sz="2800" u="none" cap="none" strike="noStrike">
                <a:solidFill>
                  <a:srgbClr val="000000"/>
                </a:solidFill>
                <a:latin typeface="Times New Roman"/>
                <a:ea typeface="Times New Roman"/>
                <a:cs typeface="Times New Roman"/>
                <a:sym typeface="Times New Roman"/>
              </a:rPr>
              <a:t>Hourly Locational Marginal Prices (LMPs) and metered loads aggregated to monthly averages from PJM Data Miner 2 (logs are taken of the monthly averages); weather is NOAA (LCD station files) and fuel mix from the EIA; Henry Hub natural gas prices from FRED.</a:t>
            </a:r>
            <a:endParaRPr b="0" i="0" sz="2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900"/>
              </a:spcBef>
              <a:spcAft>
                <a:spcPts val="300"/>
              </a:spcAft>
              <a:buClr>
                <a:srgbClr val="000000"/>
              </a:buClr>
              <a:buSzPts val="2800"/>
              <a:buFont typeface="Arial"/>
              <a:buNone/>
            </a:pPr>
            <a:r>
              <a:t/>
            </a:r>
            <a:endParaRPr b="0" i="0" sz="2800" u="none" cap="none" strike="noStrike">
              <a:solidFill>
                <a:srgbClr val="000000"/>
              </a:solidFill>
              <a:latin typeface="Times New Roman"/>
              <a:ea typeface="Times New Roman"/>
              <a:cs typeface="Times New Roman"/>
              <a:sym typeface="Times New Roman"/>
            </a:endParaRPr>
          </a:p>
        </p:txBody>
      </p:sp>
      <p:sp>
        <p:nvSpPr>
          <p:cNvPr id="119" name="Google Shape;119;p14"/>
          <p:cNvSpPr txBox="1"/>
          <p:nvPr/>
        </p:nvSpPr>
        <p:spPr>
          <a:xfrm>
            <a:off x="330021" y="26682738"/>
            <a:ext cx="14168800" cy="5701827"/>
          </a:xfrm>
          <a:prstGeom prst="rect">
            <a:avLst/>
          </a:prstGeom>
          <a:noFill/>
          <a:ln>
            <a:noFill/>
          </a:ln>
        </p:spPr>
        <p:txBody>
          <a:bodyPr anchorCtr="0" anchor="t" bIns="91425" lIns="91425" spcFirstLastPara="1" rIns="91425" wrap="square" tIns="91425">
            <a:noAutofit/>
          </a:bodyPr>
          <a:lstStyle/>
          <a:p>
            <a:pPr indent="-406400" lvl="0" marL="457200" marR="0" rtl="0" algn="l">
              <a:lnSpc>
                <a:spcPct val="100000"/>
              </a:lnSpc>
              <a:spcBef>
                <a:spcPts val="600"/>
              </a:spcBef>
              <a:spcAft>
                <a:spcPts val="0"/>
              </a:spcAft>
              <a:buClr>
                <a:srgbClr val="000000"/>
              </a:buClr>
              <a:buSzPts val="2800"/>
              <a:buFont typeface="Times New Roman"/>
              <a:buChar char="●"/>
            </a:pPr>
            <a:r>
              <a:rPr b="0" i="0" lang="en" sz="2800" u="none" cap="none" strike="noStrike">
                <a:solidFill>
                  <a:srgbClr val="000000"/>
                </a:solidFill>
                <a:latin typeface="Times New Roman"/>
                <a:ea typeface="Times New Roman"/>
                <a:cs typeface="Times New Roman"/>
                <a:sym typeface="Times New Roman"/>
              </a:rPr>
              <a:t>⍺</a:t>
            </a:r>
            <a:r>
              <a:rPr b="0" baseline="-25000" i="0" lang="en" sz="2800" u="none" cap="none" strike="noStrike">
                <a:solidFill>
                  <a:srgbClr val="000000"/>
                </a:solidFill>
                <a:latin typeface="Times New Roman"/>
                <a:ea typeface="Times New Roman"/>
                <a:cs typeface="Times New Roman"/>
                <a:sym typeface="Times New Roman"/>
              </a:rPr>
              <a:t>i</a:t>
            </a:r>
            <a:r>
              <a:rPr b="0" i="0" lang="en" sz="2800" u="none" cap="none" strike="noStrike">
                <a:solidFill>
                  <a:srgbClr val="000000"/>
                </a:solidFill>
                <a:latin typeface="Times New Roman"/>
                <a:ea typeface="Times New Roman"/>
                <a:cs typeface="Times New Roman"/>
                <a:sym typeface="Times New Roman"/>
              </a:rPr>
              <a:t>:  zone fixed effects, capturing time-invariant characteristics of each zone (grid topology, baseline industrial mix).</a:t>
            </a:r>
            <a:endParaRPr b="0" i="0" sz="2800" u="none" cap="none" strike="noStrike">
              <a:solidFill>
                <a:srgbClr val="000000"/>
              </a:solidFill>
              <a:latin typeface="Times New Roman"/>
              <a:ea typeface="Times New Roman"/>
              <a:cs typeface="Times New Roman"/>
              <a:sym typeface="Times New Roman"/>
            </a:endParaRPr>
          </a:p>
          <a:p>
            <a:pPr indent="-406400" lvl="0" marL="457200" marR="0" rtl="0" algn="l">
              <a:lnSpc>
                <a:spcPct val="100000"/>
              </a:lnSpc>
              <a:spcBef>
                <a:spcPts val="1200"/>
              </a:spcBef>
              <a:spcAft>
                <a:spcPts val="0"/>
              </a:spcAft>
              <a:buClr>
                <a:srgbClr val="000000"/>
              </a:buClr>
              <a:buSzPts val="2800"/>
              <a:buFont typeface="Times New Roman"/>
              <a:buChar char="●"/>
            </a:pPr>
            <a:r>
              <a:rPr b="0" i="0" lang="en" sz="2800" u="none" cap="none" strike="noStrike">
                <a:solidFill>
                  <a:srgbClr val="000000"/>
                </a:solidFill>
                <a:latin typeface="Times New Roman"/>
                <a:ea typeface="Times New Roman"/>
                <a:cs typeface="Times New Roman"/>
                <a:sym typeface="Times New Roman"/>
              </a:rPr>
              <a:t>γ</a:t>
            </a:r>
            <a:r>
              <a:rPr b="0" baseline="-25000" i="0" lang="en" sz="2800" u="none" cap="none" strike="noStrike">
                <a:solidFill>
                  <a:srgbClr val="000000"/>
                </a:solidFill>
                <a:latin typeface="Times New Roman"/>
                <a:ea typeface="Times New Roman"/>
                <a:cs typeface="Times New Roman"/>
                <a:sym typeface="Times New Roman"/>
              </a:rPr>
              <a:t>t</a:t>
            </a:r>
            <a:r>
              <a:rPr b="0" i="0" lang="en" sz="2800" u="none" cap="none" strike="noStrike">
                <a:solidFill>
                  <a:srgbClr val="000000"/>
                </a:solidFill>
                <a:latin typeface="Times New Roman"/>
                <a:ea typeface="Times New Roman"/>
                <a:cs typeface="Times New Roman"/>
                <a:sym typeface="Times New Roman"/>
              </a:rPr>
              <a:t>: month-year fixed effects, which absorb shocks common to all zones in a given month (e.g., PJM-wide fuel cost, regional weather, federal rules).</a:t>
            </a:r>
            <a:endParaRPr b="0" i="0" sz="2800" u="none" cap="none" strike="noStrike">
              <a:solidFill>
                <a:srgbClr val="000000"/>
              </a:solidFill>
              <a:latin typeface="Times New Roman"/>
              <a:ea typeface="Times New Roman"/>
              <a:cs typeface="Times New Roman"/>
              <a:sym typeface="Times New Roman"/>
            </a:endParaRPr>
          </a:p>
          <a:p>
            <a:pPr indent="-406400" lvl="0" marL="457200" marR="0" rtl="0" algn="l">
              <a:lnSpc>
                <a:spcPct val="100000"/>
              </a:lnSpc>
              <a:spcBef>
                <a:spcPts val="1200"/>
              </a:spcBef>
              <a:spcAft>
                <a:spcPts val="0"/>
              </a:spcAft>
              <a:buClr>
                <a:srgbClr val="000000"/>
              </a:buClr>
              <a:buSzPts val="2800"/>
              <a:buFont typeface="Times New Roman"/>
              <a:buChar char="●"/>
            </a:pPr>
            <a:r>
              <a:rPr b="0" i="0" lang="en" sz="2800" u="none" cap="none" strike="noStrike">
                <a:solidFill>
                  <a:srgbClr val="000000"/>
                </a:solidFill>
                <a:latin typeface="Times New Roman"/>
                <a:ea typeface="Times New Roman"/>
                <a:cs typeface="Times New Roman"/>
                <a:sym typeface="Times New Roman"/>
              </a:rPr>
              <a:t>X</a:t>
            </a:r>
            <a:r>
              <a:rPr b="0" baseline="-25000" i="0" lang="en" sz="2800" u="none" cap="none" strike="noStrike">
                <a:solidFill>
                  <a:srgbClr val="000000"/>
                </a:solidFill>
                <a:latin typeface="Times New Roman"/>
                <a:ea typeface="Times New Roman"/>
                <a:cs typeface="Times New Roman"/>
                <a:sym typeface="Times New Roman"/>
              </a:rPr>
              <a:t>it</a:t>
            </a:r>
            <a:r>
              <a:rPr b="0" i="0" lang="en" sz="2800" u="none" cap="none" strike="noStrike">
                <a:solidFill>
                  <a:srgbClr val="000000"/>
                </a:solidFill>
                <a:latin typeface="Times New Roman"/>
                <a:ea typeface="Times New Roman"/>
                <a:cs typeface="Times New Roman"/>
                <a:sym typeface="Times New Roman"/>
              </a:rPr>
              <a:t> (supply and weather controls: HDD, CDD, generation shares, ln gas price); these controls are included in specifications without month-year fixed effects; in the Table 1 models, these are absorbed by γ</a:t>
            </a:r>
            <a:r>
              <a:rPr b="0" baseline="-25000" i="0" lang="en" sz="2800" u="none" cap="none" strike="noStrike">
                <a:solidFill>
                  <a:srgbClr val="000000"/>
                </a:solidFill>
                <a:latin typeface="Times New Roman"/>
                <a:ea typeface="Times New Roman"/>
                <a:cs typeface="Times New Roman"/>
                <a:sym typeface="Times New Roman"/>
              </a:rPr>
              <a:t>t</a:t>
            </a:r>
            <a:r>
              <a:rPr b="0" i="0" lang="en" sz="2800" u="none" cap="none" strike="noStrike">
                <a:solidFill>
                  <a:srgbClr val="000000"/>
                </a:solidFill>
                <a:latin typeface="Times New Roman"/>
                <a:ea typeface="Times New Roman"/>
                <a:cs typeface="Times New Roman"/>
                <a:sym typeface="Times New Roman"/>
              </a:rPr>
              <a:t>.</a:t>
            </a:r>
            <a:endParaRPr b="0" i="0" sz="2800" u="none" cap="none" strike="noStrike">
              <a:solidFill>
                <a:srgbClr val="000000"/>
              </a:solidFill>
              <a:latin typeface="Times New Roman"/>
              <a:ea typeface="Times New Roman"/>
              <a:cs typeface="Times New Roman"/>
              <a:sym typeface="Times New Roman"/>
            </a:endParaRPr>
          </a:p>
          <a:p>
            <a:pPr indent="-406400" lvl="0" marL="457200" marR="0" rtl="0" algn="l">
              <a:lnSpc>
                <a:spcPct val="100000"/>
              </a:lnSpc>
              <a:spcBef>
                <a:spcPts val="1200"/>
              </a:spcBef>
              <a:spcAft>
                <a:spcPts val="0"/>
              </a:spcAft>
              <a:buClr>
                <a:srgbClr val="000000"/>
              </a:buClr>
              <a:buSzPts val="2800"/>
              <a:buFont typeface="Times New Roman"/>
              <a:buChar char="●"/>
            </a:pPr>
            <a:r>
              <a:rPr b="0" i="0" lang="en" sz="2800" u="none" cap="none" strike="noStrike">
                <a:solidFill>
                  <a:srgbClr val="000000"/>
                </a:solidFill>
                <a:latin typeface="Times New Roman"/>
                <a:ea typeface="Times New Roman"/>
                <a:cs typeface="Times New Roman"/>
                <a:sym typeface="Times New Roman"/>
              </a:rPr>
              <a:t>β</a:t>
            </a:r>
            <a:r>
              <a:rPr b="0" baseline="-25000" i="0" lang="en" sz="2800" u="none" cap="none" strike="noStrike">
                <a:solidFill>
                  <a:srgbClr val="000000"/>
                </a:solidFill>
                <a:latin typeface="Times New Roman"/>
                <a:ea typeface="Times New Roman"/>
                <a:cs typeface="Times New Roman"/>
                <a:sym typeface="Times New Roman"/>
              </a:rPr>
              <a:t>1</a:t>
            </a:r>
            <a:r>
              <a:rPr b="0" i="0" lang="en" sz="2800" u="none" cap="none" strike="noStrike">
                <a:solidFill>
                  <a:srgbClr val="000000"/>
                </a:solidFill>
                <a:latin typeface="Times New Roman"/>
                <a:ea typeface="Times New Roman"/>
                <a:cs typeface="Times New Roman"/>
                <a:sym typeface="Times New Roman"/>
              </a:rPr>
              <a:t> represents the percentage change in wholesale prices associated with a 1% higher zone load.</a:t>
            </a:r>
            <a:endParaRPr b="0" i="0" sz="2800" u="none" cap="none" strike="noStrike">
              <a:solidFill>
                <a:srgbClr val="000000"/>
              </a:solidFill>
              <a:latin typeface="Times New Roman"/>
              <a:ea typeface="Times New Roman"/>
              <a:cs typeface="Times New Roman"/>
              <a:sym typeface="Times New Roman"/>
            </a:endParaRPr>
          </a:p>
          <a:p>
            <a:pPr indent="-406400" lvl="0" marL="457200" marR="0" rtl="0" algn="l">
              <a:lnSpc>
                <a:spcPct val="100000"/>
              </a:lnSpc>
              <a:spcBef>
                <a:spcPts val="1200"/>
              </a:spcBef>
              <a:spcAft>
                <a:spcPts val="600"/>
              </a:spcAft>
              <a:buClr>
                <a:srgbClr val="000000"/>
              </a:buClr>
              <a:buSzPts val="2800"/>
              <a:buFont typeface="Times New Roman"/>
              <a:buChar char="●"/>
            </a:pPr>
            <a:r>
              <a:rPr b="0" i="0" lang="en" sz="2800" u="none" cap="none" strike="noStrike">
                <a:solidFill>
                  <a:srgbClr val="000000"/>
                </a:solidFill>
                <a:latin typeface="Times New Roman"/>
                <a:ea typeface="Times New Roman"/>
                <a:cs typeface="Times New Roman"/>
                <a:sym typeface="Times New Roman"/>
              </a:rPr>
              <a:t>Spillover: a companion model regresses each peer zone's congestion (AEP, AP, PEPCO) on DOM’s load, controlling for the peer’s own load, gas prices, weather, and fuel shares; an interaction tests whether the association differs for adjacent PEPCO vs. distant zones. </a:t>
            </a:r>
            <a:endParaRPr b="0" i="0" sz="2800" u="none" cap="none" strike="noStrike">
              <a:solidFill>
                <a:srgbClr val="000000"/>
              </a:solidFill>
              <a:latin typeface="Times New Roman"/>
              <a:ea typeface="Times New Roman"/>
              <a:cs typeface="Times New Roman"/>
              <a:sym typeface="Times New Roman"/>
            </a:endParaRPr>
          </a:p>
        </p:txBody>
      </p:sp>
      <p:sp>
        <p:nvSpPr>
          <p:cNvPr id="120" name="Google Shape;120;p14"/>
          <p:cNvSpPr txBox="1"/>
          <p:nvPr/>
        </p:nvSpPr>
        <p:spPr>
          <a:xfrm>
            <a:off x="247350" y="6362838"/>
            <a:ext cx="14168800" cy="4210200"/>
          </a:xfrm>
          <a:prstGeom prst="rect">
            <a:avLst/>
          </a:prstGeom>
          <a:noFill/>
          <a:ln>
            <a:noFill/>
          </a:ln>
        </p:spPr>
        <p:txBody>
          <a:bodyPr anchorCtr="0" anchor="t" bIns="91425" lIns="91425" spcFirstLastPara="1" rIns="91425" wrap="square" tIns="91425">
            <a:noAutofit/>
          </a:bodyPr>
          <a:lstStyle/>
          <a:p>
            <a:pPr indent="-406400" lvl="0" marL="457200" marR="0" rtl="0" algn="l">
              <a:lnSpc>
                <a:spcPct val="100000"/>
              </a:lnSpc>
              <a:spcBef>
                <a:spcPts val="600"/>
              </a:spcBef>
              <a:spcAft>
                <a:spcPts val="0"/>
              </a:spcAft>
              <a:buClr>
                <a:srgbClr val="000000"/>
              </a:buClr>
              <a:buSzPts val="2800"/>
              <a:buFont typeface="Times New Roman"/>
              <a:buChar char="●"/>
            </a:pPr>
            <a:r>
              <a:rPr b="0" i="0" lang="en" sz="2800" u="none" cap="none" strike="noStrike">
                <a:solidFill>
                  <a:srgbClr val="000000"/>
                </a:solidFill>
                <a:latin typeface="Times New Roman"/>
                <a:ea typeface="Times New Roman"/>
                <a:cs typeface="Times New Roman"/>
                <a:sym typeface="Times New Roman"/>
              </a:rPr>
              <a:t>The rapid expansion of artificial intelligence and cloud computing has triggered an unprecedented demand for power, fundamentally shifting how wholesale energy markets operate. As explored by Kay et al. (2026), the entry of these massive, price-inelastic loads significantly alters local market dynamics and wholesale electricity pricing</a:t>
            </a:r>
            <a:endParaRPr b="0" i="0" sz="2800" u="none" cap="none" strike="noStrike">
              <a:solidFill>
                <a:srgbClr val="000000"/>
              </a:solidFill>
              <a:latin typeface="Times New Roman"/>
              <a:ea typeface="Times New Roman"/>
              <a:cs typeface="Times New Roman"/>
              <a:sym typeface="Times New Roman"/>
            </a:endParaRPr>
          </a:p>
          <a:p>
            <a:pPr indent="-406400" lvl="0" marL="457200" marR="0" rtl="0" algn="l">
              <a:lnSpc>
                <a:spcPct val="100000"/>
              </a:lnSpc>
              <a:spcBef>
                <a:spcPts val="1200"/>
              </a:spcBef>
              <a:spcAft>
                <a:spcPts val="0"/>
              </a:spcAft>
              <a:buClr>
                <a:srgbClr val="000000"/>
              </a:buClr>
              <a:buSzPts val="2800"/>
              <a:buFont typeface="Times New Roman"/>
              <a:buChar char="●"/>
            </a:pPr>
            <a:r>
              <a:rPr b="0" i="0" lang="en" sz="2800" u="none" cap="none" strike="noStrike">
                <a:solidFill>
                  <a:srgbClr val="000000"/>
                </a:solidFill>
                <a:latin typeface="Times New Roman"/>
                <a:ea typeface="Times New Roman"/>
                <a:cs typeface="Times New Roman"/>
                <a:sym typeface="Times New Roman"/>
              </a:rPr>
              <a:t>Rather than being evenly distributed, these energy-intensive facilities are clustered. Chia et al. (2026) highlight this highly concentrated spatial distribution pattern on regional grid infrastructures</a:t>
            </a:r>
            <a:endParaRPr b="0" i="0" sz="2800" u="none" cap="none" strike="noStrike">
              <a:solidFill>
                <a:srgbClr val="000000"/>
              </a:solidFill>
              <a:latin typeface="Times New Roman"/>
              <a:ea typeface="Times New Roman"/>
              <a:cs typeface="Times New Roman"/>
              <a:sym typeface="Times New Roman"/>
            </a:endParaRPr>
          </a:p>
          <a:p>
            <a:pPr indent="-406400" lvl="0" marL="457200" marR="0" rtl="0" algn="l">
              <a:lnSpc>
                <a:spcPct val="100000"/>
              </a:lnSpc>
              <a:spcBef>
                <a:spcPts val="1200"/>
              </a:spcBef>
              <a:spcAft>
                <a:spcPts val="0"/>
              </a:spcAft>
              <a:buClr>
                <a:srgbClr val="000000"/>
              </a:buClr>
              <a:buSzPts val="2800"/>
              <a:buFont typeface="Times New Roman"/>
              <a:buChar char="●"/>
            </a:pPr>
            <a:r>
              <a:rPr b="0" i="0" lang="en" sz="2800" u="none" cap="none" strike="noStrike">
                <a:solidFill>
                  <a:srgbClr val="000000"/>
                </a:solidFill>
                <a:latin typeface="Times New Roman"/>
                <a:ea typeface="Times New Roman"/>
                <a:cs typeface="Times New Roman"/>
                <a:sym typeface="Times New Roman"/>
              </a:rPr>
              <a:t>When the physical transmission grid cannot keep pace with localized demand surges, severe congestion follows. Prior work links this congestion to localized price premiums for consumers near major data hub centers (Mamkhezri et al., 2026) </a:t>
            </a:r>
            <a:endParaRPr b="0" i="0" sz="48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000000"/>
              </a:buClr>
              <a:buSzPts val="2800"/>
              <a:buFont typeface="Arial"/>
              <a:buNone/>
            </a:pPr>
            <a:r>
              <a:t/>
            </a:r>
            <a:endParaRPr b="0" i="0" sz="2800" u="none" cap="none" strike="noStrike">
              <a:solidFill>
                <a:srgbClr val="000000"/>
              </a:solidFill>
              <a:latin typeface="Times New Roman"/>
              <a:ea typeface="Times New Roman"/>
              <a:cs typeface="Times New Roman"/>
              <a:sym typeface="Times New Roman"/>
            </a:endParaRPr>
          </a:p>
        </p:txBody>
      </p:sp>
      <p:sp>
        <p:nvSpPr>
          <p:cNvPr id="121" name="Google Shape;121;p14"/>
          <p:cNvSpPr txBox="1"/>
          <p:nvPr/>
        </p:nvSpPr>
        <p:spPr>
          <a:xfrm>
            <a:off x="14976198" y="6591288"/>
            <a:ext cx="13700501" cy="4210200"/>
          </a:xfrm>
          <a:prstGeom prst="rect">
            <a:avLst/>
          </a:prstGeom>
          <a:noFill/>
          <a:ln>
            <a:noFill/>
          </a:ln>
        </p:spPr>
        <p:txBody>
          <a:bodyPr anchorCtr="0" anchor="t" bIns="91425" lIns="91425" spcFirstLastPara="1" rIns="91425" wrap="square" tIns="91425">
            <a:noAutofit/>
          </a:bodyPr>
          <a:lstStyle/>
          <a:p>
            <a:pPr indent="-406400" lvl="0" marL="457200" marR="0" rtl="0" algn="l">
              <a:lnSpc>
                <a:spcPct val="115000"/>
              </a:lnSpc>
              <a:spcBef>
                <a:spcPts val="600"/>
              </a:spcBef>
              <a:spcAft>
                <a:spcPts val="0"/>
              </a:spcAft>
              <a:buClr>
                <a:srgbClr val="000000"/>
              </a:buClr>
              <a:buSzPts val="2800"/>
              <a:buFont typeface="Times New Roman"/>
              <a:buChar char="●"/>
            </a:pPr>
            <a:r>
              <a:rPr b="0" i="0" lang="en" sz="2800" u="none" cap="none" strike="noStrike">
                <a:solidFill>
                  <a:srgbClr val="000000"/>
                </a:solidFill>
                <a:latin typeface="Times New Roman"/>
                <a:ea typeface="Times New Roman"/>
                <a:cs typeface="Times New Roman"/>
                <a:sym typeface="Times New Roman"/>
              </a:rPr>
              <a:t>Moving from pooled OLS to two-way fixed effects shifts the load coefficient from ≈ 0 to 0.35; most of the raw load-price correlation reflects zone differences and common shocks (full ladder in manuscript).</a:t>
            </a:r>
            <a:endParaRPr b="0" i="0" sz="2800" u="none" cap="none" strike="noStrike">
              <a:solidFill>
                <a:srgbClr val="000000"/>
              </a:solidFill>
              <a:latin typeface="Times New Roman"/>
              <a:ea typeface="Times New Roman"/>
              <a:cs typeface="Times New Roman"/>
              <a:sym typeface="Times New Roman"/>
            </a:endParaRPr>
          </a:p>
          <a:p>
            <a:pPr indent="-406400" lvl="0" marL="457200" marR="0" rtl="0" algn="l">
              <a:lnSpc>
                <a:spcPct val="115000"/>
              </a:lnSpc>
              <a:spcBef>
                <a:spcPts val="1200"/>
              </a:spcBef>
              <a:spcAft>
                <a:spcPts val="0"/>
              </a:spcAft>
              <a:buClr>
                <a:srgbClr val="000000"/>
              </a:buClr>
              <a:buSzPts val="2800"/>
              <a:buFont typeface="Times New Roman"/>
              <a:buChar char="●"/>
            </a:pPr>
            <a:r>
              <a:rPr b="0" i="0" lang="en" sz="2800" u="none" cap="none" strike="noStrike">
                <a:solidFill>
                  <a:srgbClr val="000000"/>
                </a:solidFill>
                <a:latin typeface="Times New Roman"/>
                <a:ea typeface="Times New Roman"/>
                <a:cs typeface="Times New Roman"/>
                <a:sym typeface="Times New Roman"/>
              </a:rPr>
              <a:t>A 10% higher monthly load within a zone is associated with ~3.5% higher real-time prices (Table 1), robust to zone-specific trends (0.341, p &lt; 0.05).</a:t>
            </a:r>
            <a:endParaRPr b="0" i="0" sz="2800" u="none" cap="none" strike="noStrike">
              <a:solidFill>
                <a:srgbClr val="000000"/>
              </a:solidFill>
              <a:latin typeface="Times New Roman"/>
              <a:ea typeface="Times New Roman"/>
              <a:cs typeface="Times New Roman"/>
              <a:sym typeface="Times New Roman"/>
            </a:endParaRPr>
          </a:p>
          <a:p>
            <a:pPr indent="-406400" lvl="0" marL="457200" marR="0" rtl="0" algn="l">
              <a:lnSpc>
                <a:spcPct val="115000"/>
              </a:lnSpc>
              <a:spcBef>
                <a:spcPts val="1200"/>
              </a:spcBef>
              <a:spcAft>
                <a:spcPts val="600"/>
              </a:spcAft>
              <a:buClr>
                <a:srgbClr val="000000"/>
              </a:buClr>
              <a:buSzPts val="2800"/>
              <a:buFont typeface="Times New Roman"/>
              <a:buChar char="●"/>
            </a:pPr>
            <a:r>
              <a:rPr b="0" i="0" lang="en" sz="2800" u="none" cap="none" strike="noStrike">
                <a:solidFill>
                  <a:srgbClr val="000000"/>
                </a:solidFill>
                <a:latin typeface="Times New Roman"/>
                <a:ea typeface="Times New Roman"/>
                <a:cs typeface="Times New Roman"/>
                <a:sym typeface="Times New Roman"/>
              </a:rPr>
              <a:t>The association concentrates on congestion, the locally determined part of the price (~$1.87/MWh per 10% load); system-wide components track gas prices, with pass-through near complete.</a:t>
            </a:r>
            <a:endParaRPr b="0" i="0" sz="2800" u="none" cap="none" strike="noStrike">
              <a:solidFill>
                <a:srgbClr val="000000"/>
              </a:solidFill>
              <a:latin typeface="Times New Roman"/>
              <a:ea typeface="Times New Roman"/>
              <a:cs typeface="Times New Roman"/>
              <a:sym typeface="Times New Roman"/>
            </a:endParaRPr>
          </a:p>
        </p:txBody>
      </p:sp>
      <p:sp>
        <p:nvSpPr>
          <p:cNvPr id="122" name="Google Shape;122;p14"/>
          <p:cNvSpPr txBox="1"/>
          <p:nvPr/>
        </p:nvSpPr>
        <p:spPr>
          <a:xfrm>
            <a:off x="14921391" y="20999625"/>
            <a:ext cx="13966800" cy="1592659"/>
          </a:xfrm>
          <a:prstGeom prst="rect">
            <a:avLst/>
          </a:prstGeom>
          <a:noFill/>
          <a:ln>
            <a:noFill/>
          </a:ln>
        </p:spPr>
        <p:txBody>
          <a:bodyPr anchorCtr="0" anchor="t" bIns="91425" lIns="91425" spcFirstLastPara="1" rIns="91425" wrap="square" tIns="91425">
            <a:noAutofit/>
          </a:bodyPr>
          <a:lstStyle/>
          <a:p>
            <a:pPr indent="-406400" lvl="0" marL="457200" marR="0" rtl="0" algn="l">
              <a:lnSpc>
                <a:spcPct val="115000"/>
              </a:lnSpc>
              <a:spcBef>
                <a:spcPts val="600"/>
              </a:spcBef>
              <a:spcAft>
                <a:spcPts val="0"/>
              </a:spcAft>
              <a:buClr>
                <a:srgbClr val="000000"/>
              </a:buClr>
              <a:buSzPts val="2800"/>
              <a:buFont typeface="Times New Roman"/>
              <a:buChar char="●"/>
            </a:pPr>
            <a:r>
              <a:rPr b="0" i="0" lang="en" sz="2800" u="none" cap="none" strike="noStrike">
                <a:solidFill>
                  <a:srgbClr val="000000"/>
                </a:solidFill>
                <a:latin typeface="Times New Roman"/>
                <a:ea typeface="Times New Roman"/>
                <a:cs typeface="Times New Roman"/>
                <a:sym typeface="Times New Roman"/>
              </a:rPr>
              <a:t>Gas-price pass-through is 0.97 (SE 0.05), with full one-for-one pass-through. Common gas-driven shocks move all zones together, so zone-specific signals appear in congestion.</a:t>
            </a:r>
            <a:endParaRPr b="0" i="0" sz="2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600"/>
              </a:spcBef>
              <a:spcAft>
                <a:spcPts val="0"/>
              </a:spcAft>
              <a:buClr>
                <a:srgbClr val="000000"/>
              </a:buClr>
              <a:buSzPts val="2800"/>
              <a:buFont typeface="Arial"/>
              <a:buNone/>
            </a:pPr>
            <a:r>
              <a:t/>
            </a:r>
            <a:endParaRPr b="0" i="0" sz="2800" u="none" cap="none" strike="noStrike">
              <a:solidFill>
                <a:srgbClr val="000000"/>
              </a:solidFill>
              <a:latin typeface="Times New Roman"/>
              <a:ea typeface="Times New Roman"/>
              <a:cs typeface="Times New Roman"/>
              <a:sym typeface="Times New Roman"/>
            </a:endParaRPr>
          </a:p>
        </p:txBody>
      </p:sp>
      <p:pic>
        <p:nvPicPr>
          <p:cNvPr id="123" name="Google Shape;123;p14"/>
          <p:cNvPicPr preferRelativeResize="0"/>
          <p:nvPr/>
        </p:nvPicPr>
        <p:blipFill rotWithShape="1">
          <a:blip r:embed="rId9">
            <a:alphaModFix/>
          </a:blip>
          <a:srcRect b="3720" l="-1670" r="1670" t="-3720"/>
          <a:stretch/>
        </p:blipFill>
        <p:spPr>
          <a:xfrm>
            <a:off x="29833549" y="10219891"/>
            <a:ext cx="12581900" cy="4617600"/>
          </a:xfrm>
          <a:prstGeom prst="rect">
            <a:avLst/>
          </a:prstGeom>
          <a:noFill/>
          <a:ln>
            <a:noFill/>
          </a:ln>
        </p:spPr>
      </p:pic>
      <p:sp>
        <p:nvSpPr>
          <p:cNvPr id="124" name="Google Shape;124;p14"/>
          <p:cNvSpPr txBox="1"/>
          <p:nvPr/>
        </p:nvSpPr>
        <p:spPr>
          <a:xfrm>
            <a:off x="29814900" y="9531445"/>
            <a:ext cx="13817150" cy="634200"/>
          </a:xfrm>
          <a:prstGeom prst="rect">
            <a:avLst/>
          </a:prstGeom>
          <a:solidFill>
            <a:schemeClr val="lt1"/>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1" i="0" lang="en" sz="4000" u="none" cap="none" strike="noStrike">
                <a:solidFill>
                  <a:srgbClr val="000000"/>
                </a:solidFill>
                <a:latin typeface="Times New Roman"/>
                <a:ea typeface="Times New Roman"/>
                <a:cs typeface="Times New Roman"/>
                <a:sym typeface="Times New Roman"/>
              </a:rPr>
              <a:t>Table 2: DOM congestion gap vs. comparison zones ($/MWh) </a:t>
            </a:r>
            <a:endParaRPr b="1" i="0" sz="4000" u="none" cap="none" strike="noStrike">
              <a:solidFill>
                <a:srgbClr val="000000"/>
              </a:solidFill>
              <a:latin typeface="Times New Roman"/>
              <a:ea typeface="Times New Roman"/>
              <a:cs typeface="Times New Roman"/>
              <a:sym typeface="Times New Roman"/>
            </a:endParaRPr>
          </a:p>
        </p:txBody>
      </p:sp>
      <p:sp>
        <p:nvSpPr>
          <p:cNvPr id="125" name="Google Shape;125;p14"/>
          <p:cNvSpPr txBox="1"/>
          <p:nvPr/>
        </p:nvSpPr>
        <p:spPr>
          <a:xfrm>
            <a:off x="29919001" y="14904351"/>
            <a:ext cx="13581600" cy="63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Times New Roman"/>
                <a:ea typeface="Times New Roman"/>
                <a:cs typeface="Times New Roman"/>
                <a:sym typeface="Times New Roman"/>
              </a:rPr>
              <a:t>Gap = DOM monthly congestion minus AEP/AP/PEPCO mean </a:t>
            </a:r>
            <a:endParaRPr b="0" i="0" sz="2000" u="none" cap="none" strike="noStrike">
              <a:solidFill>
                <a:srgbClr val="000000"/>
              </a:solidFill>
              <a:latin typeface="Times New Roman"/>
              <a:ea typeface="Times New Roman"/>
              <a:cs typeface="Times New Roman"/>
              <a:sym typeface="Times New Roman"/>
            </a:endParaRPr>
          </a:p>
        </p:txBody>
      </p:sp>
      <p:pic>
        <p:nvPicPr>
          <p:cNvPr id="126" name="Google Shape;126;p14"/>
          <p:cNvPicPr preferRelativeResize="0"/>
          <p:nvPr/>
        </p:nvPicPr>
        <p:blipFill rotWithShape="1">
          <a:blip r:embed="rId10">
            <a:alphaModFix/>
          </a:blip>
          <a:srcRect b="0" l="0" r="0" t="0"/>
          <a:stretch/>
        </p:blipFill>
        <p:spPr>
          <a:xfrm>
            <a:off x="996967" y="18264828"/>
            <a:ext cx="13254200" cy="7062251"/>
          </a:xfrm>
          <a:prstGeom prst="rect">
            <a:avLst/>
          </a:prstGeom>
          <a:noFill/>
          <a:ln>
            <a:noFill/>
          </a:ln>
        </p:spPr>
      </p:pic>
      <p:pic>
        <p:nvPicPr>
          <p:cNvPr id="127" name="Google Shape;127;p14"/>
          <p:cNvPicPr preferRelativeResize="0"/>
          <p:nvPr/>
        </p:nvPicPr>
        <p:blipFill rotWithShape="1">
          <a:blip r:embed="rId11">
            <a:alphaModFix/>
          </a:blip>
          <a:srcRect b="0" l="0" r="0" t="0"/>
          <a:stretch/>
        </p:blipFill>
        <p:spPr>
          <a:xfrm>
            <a:off x="15030452" y="12269647"/>
            <a:ext cx="13966800" cy="8365534"/>
          </a:xfrm>
          <a:prstGeom prst="rect">
            <a:avLst/>
          </a:prstGeom>
          <a:noFill/>
          <a:ln>
            <a:noFill/>
          </a:ln>
        </p:spPr>
      </p:pic>
      <p:pic>
        <p:nvPicPr>
          <p:cNvPr id="128" name="Google Shape;128;p14"/>
          <p:cNvPicPr preferRelativeResize="0"/>
          <p:nvPr/>
        </p:nvPicPr>
        <p:blipFill rotWithShape="1">
          <a:blip r:embed="rId12">
            <a:alphaModFix/>
          </a:blip>
          <a:srcRect b="0" l="0" r="0" t="0"/>
          <a:stretch/>
        </p:blipFill>
        <p:spPr>
          <a:xfrm>
            <a:off x="14762393" y="23679090"/>
            <a:ext cx="14125798" cy="8345045"/>
          </a:xfrm>
          <a:prstGeom prst="rect">
            <a:avLst/>
          </a:prstGeom>
          <a:noFill/>
          <a:ln>
            <a:noFill/>
          </a:ln>
        </p:spPr>
      </p:pic>
      <p:sp>
        <p:nvSpPr>
          <p:cNvPr id="129" name="Google Shape;129;p14"/>
          <p:cNvSpPr txBox="1"/>
          <p:nvPr/>
        </p:nvSpPr>
        <p:spPr>
          <a:xfrm>
            <a:off x="29299052" y="5631173"/>
            <a:ext cx="13966800" cy="3610162"/>
          </a:xfrm>
          <a:prstGeom prst="rect">
            <a:avLst/>
          </a:prstGeom>
          <a:noFill/>
          <a:ln>
            <a:noFill/>
          </a:ln>
        </p:spPr>
        <p:txBody>
          <a:bodyPr anchorCtr="0" anchor="t" bIns="91425" lIns="91425" spcFirstLastPara="1" rIns="91425" wrap="square" tIns="91425">
            <a:noAutofit/>
          </a:bodyPr>
          <a:lstStyle/>
          <a:p>
            <a:pPr indent="-406400" lvl="0" marL="457200" marR="0" rtl="0" algn="l">
              <a:lnSpc>
                <a:spcPct val="115000"/>
              </a:lnSpc>
              <a:spcBef>
                <a:spcPts val="600"/>
              </a:spcBef>
              <a:spcAft>
                <a:spcPts val="0"/>
              </a:spcAft>
              <a:buClr>
                <a:srgbClr val="000000"/>
              </a:buClr>
              <a:buSzPts val="2800"/>
              <a:buFont typeface="Times New Roman"/>
              <a:buChar char="●"/>
            </a:pPr>
            <a:r>
              <a:rPr b="0" i="0" lang="en" sz="2800" u="none" cap="none" strike="noStrike">
                <a:solidFill>
                  <a:srgbClr val="000000"/>
                </a:solidFill>
                <a:latin typeface="Times New Roman"/>
                <a:ea typeface="Times New Roman"/>
                <a:cs typeface="Times New Roman"/>
                <a:sym typeface="Times New Roman"/>
              </a:rPr>
              <a:t>DOM’s congestion gap rises from $0.33/MWh (2020) to $12.52 (2022) and re-intensifies to $10.44 in 2025 at gas prices 45% below their 2022 average (Figure 2, Table 2). The pattern is not explained by the gas shock.</a:t>
            </a:r>
            <a:endParaRPr b="0" i="0" sz="2800" u="none" cap="none" strike="noStrike">
              <a:solidFill>
                <a:srgbClr val="000000"/>
              </a:solidFill>
              <a:latin typeface="Times New Roman"/>
              <a:ea typeface="Times New Roman"/>
              <a:cs typeface="Times New Roman"/>
              <a:sym typeface="Times New Roman"/>
            </a:endParaRPr>
          </a:p>
          <a:p>
            <a:pPr indent="-406400" lvl="0" marL="457200" marR="0" rtl="0" algn="l">
              <a:lnSpc>
                <a:spcPct val="115000"/>
              </a:lnSpc>
              <a:spcBef>
                <a:spcPts val="1200"/>
              </a:spcBef>
              <a:spcAft>
                <a:spcPts val="0"/>
              </a:spcAft>
              <a:buClr>
                <a:srgbClr val="000000"/>
              </a:buClr>
              <a:buSzPts val="2800"/>
              <a:buFont typeface="Times New Roman"/>
              <a:buChar char="●"/>
            </a:pPr>
            <a:r>
              <a:rPr b="0" i="0" lang="en" sz="2800" u="none" cap="none" strike="noStrike">
                <a:solidFill>
                  <a:srgbClr val="000000"/>
                </a:solidFill>
                <a:latin typeface="Times New Roman"/>
                <a:ea typeface="Times New Roman"/>
                <a:cs typeface="Times New Roman"/>
                <a:sym typeface="Times New Roman"/>
              </a:rPr>
              <a:t>The adjacency contrast is the identifying comparison: a common regional shock would raise congestion in all peer zones; a transmission mechanism concentrates it in the adjacent zone,  which is what we find (p &lt; 0.001).</a:t>
            </a:r>
            <a:endParaRPr b="0" i="0" sz="2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1600"/>
              </a:spcBef>
              <a:spcAft>
                <a:spcPts val="0"/>
              </a:spcAft>
              <a:buClr>
                <a:srgbClr val="000000"/>
              </a:buClr>
              <a:buSzPts val="2800"/>
              <a:buFont typeface="Arial"/>
              <a:buNone/>
            </a:pPr>
            <a:r>
              <a:t/>
            </a:r>
            <a:endParaRPr b="0" i="0" sz="2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Times New Roman"/>
              <a:ea typeface="Times New Roman"/>
              <a:cs typeface="Times New Roman"/>
              <a:sym typeface="Times New Roman"/>
            </a:endParaRPr>
          </a:p>
        </p:txBody>
      </p:sp>
      <p:sp>
        <p:nvSpPr>
          <p:cNvPr id="130" name="Google Shape;130;p14"/>
          <p:cNvSpPr txBox="1"/>
          <p:nvPr/>
        </p:nvSpPr>
        <p:spPr>
          <a:xfrm>
            <a:off x="915659" y="18385857"/>
            <a:ext cx="13193044" cy="620339"/>
          </a:xfrm>
          <a:prstGeom prst="rect">
            <a:avLst/>
          </a:prstGeom>
          <a:solidFill>
            <a:schemeClr val="lt1"/>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4000"/>
              <a:buFont typeface="Arial"/>
              <a:buNone/>
            </a:pPr>
            <a:r>
              <a:rPr b="1" i="0" lang="en" sz="4000" u="none" cap="none" strike="noStrike">
                <a:solidFill>
                  <a:srgbClr val="000000"/>
                </a:solidFill>
                <a:latin typeface="Times New Roman"/>
                <a:ea typeface="Times New Roman"/>
                <a:cs typeface="Times New Roman"/>
                <a:sym typeface="Times New Roman"/>
              </a:rPr>
              <a:t>Figure 1: PJM Zone level congestion 2020 vs 2025</a:t>
            </a:r>
            <a:endParaRPr b="1" i="0" sz="4000" u="none" cap="none" strike="noStrike">
              <a:solidFill>
                <a:srgbClr val="000000"/>
              </a:solidFill>
              <a:latin typeface="Times New Roman"/>
              <a:ea typeface="Times New Roman"/>
              <a:cs typeface="Times New Roman"/>
              <a:sym typeface="Times New Roman"/>
            </a:endParaRPr>
          </a:p>
        </p:txBody>
      </p:sp>
      <p:sp>
        <p:nvSpPr>
          <p:cNvPr id="131" name="Google Shape;131;p14"/>
          <p:cNvSpPr txBox="1"/>
          <p:nvPr/>
        </p:nvSpPr>
        <p:spPr>
          <a:xfrm>
            <a:off x="454051" y="24095220"/>
            <a:ext cx="14125800" cy="129575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800"/>
              <a:buFont typeface="Arial"/>
              <a:buNone/>
            </a:pPr>
            <a:r>
              <a:rPr b="0" i="0" lang="en" sz="2800" u="none" cap="none" strike="noStrike">
                <a:solidFill>
                  <a:srgbClr val="000000"/>
                </a:solidFill>
                <a:latin typeface="Times New Roman"/>
                <a:ea typeface="Times New Roman"/>
                <a:cs typeface="Times New Roman"/>
                <a:sym typeface="Times New Roman"/>
              </a:rPr>
              <a:t>Our Two-Way Fixed Effects (TWFE) model specification is as follows:</a:t>
            </a:r>
            <a:endParaRPr b="0" i="0" sz="2800" u="none" cap="none" strike="noStrike">
              <a:solidFill>
                <a:srgbClr val="000000"/>
              </a:solidFill>
              <a:latin typeface="Times New Roman"/>
              <a:ea typeface="Times New Roman"/>
              <a:cs typeface="Times New Roman"/>
              <a:sym typeface="Times New Roman"/>
            </a:endParaRPr>
          </a:p>
        </p:txBody>
      </p:sp>
      <p:sp>
        <p:nvSpPr>
          <p:cNvPr id="132" name="Google Shape;132;p14"/>
          <p:cNvSpPr/>
          <p:nvPr/>
        </p:nvSpPr>
        <p:spPr>
          <a:xfrm>
            <a:off x="15225120" y="23793771"/>
            <a:ext cx="10580914" cy="753478"/>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133" name="Google Shape;133;p14"/>
          <p:cNvSpPr txBox="1"/>
          <p:nvPr/>
        </p:nvSpPr>
        <p:spPr>
          <a:xfrm>
            <a:off x="14967849" y="22820734"/>
            <a:ext cx="13746649" cy="701901"/>
          </a:xfrm>
          <a:prstGeom prst="rect">
            <a:avLst/>
          </a:prstGeom>
          <a:solidFill>
            <a:schemeClr val="lt1"/>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700"/>
              <a:buFont typeface="Arial"/>
              <a:buNone/>
            </a:pPr>
            <a:r>
              <a:rPr b="1" i="0" lang="en" sz="3700" u="none" cap="none" strike="noStrike">
                <a:solidFill>
                  <a:srgbClr val="000000"/>
                </a:solidFill>
                <a:latin typeface="Times New Roman"/>
                <a:ea typeface="Times New Roman"/>
                <a:cs typeface="Times New Roman"/>
                <a:sym typeface="Times New Roman"/>
              </a:rPr>
              <a:t>Figure 2: DOM congestion gap vs Henry Hub gas price, 2020-2025 </a:t>
            </a:r>
            <a:endParaRPr b="1" i="0" sz="3700" u="none" cap="none" strike="noStrike">
              <a:solidFill>
                <a:srgbClr val="000000"/>
              </a:solidFill>
              <a:latin typeface="Times New Roman"/>
              <a:ea typeface="Times New Roman"/>
              <a:cs typeface="Times New Roman"/>
              <a:sym typeface="Times New Roman"/>
            </a:endParaRPr>
          </a:p>
        </p:txBody>
      </p:sp>
      <p:sp>
        <p:nvSpPr>
          <p:cNvPr id="134" name="Google Shape;134;p14"/>
          <p:cNvSpPr/>
          <p:nvPr/>
        </p:nvSpPr>
        <p:spPr>
          <a:xfrm>
            <a:off x="9383852" y="208337"/>
            <a:ext cx="26898600" cy="523220"/>
          </a:xfrm>
          <a:prstGeom prst="rect">
            <a:avLst/>
          </a:prstGeom>
          <a:noFill/>
          <a:ln>
            <a:noFill/>
          </a:ln>
        </p:spPr>
        <p:txBody>
          <a:bodyPr anchorCtr="0" anchor="t" bIns="45700" lIns="91425" spcFirstLastPara="1" rIns="91425" wrap="square" tIns="45700">
            <a:noAutofit/>
          </a:bodyPr>
          <a:lstStyle/>
          <a:p>
            <a:pPr indent="0" lvl="0" marL="27720" marR="0" rtl="0" algn="ctr">
              <a:lnSpc>
                <a:spcPct val="100000"/>
              </a:lnSpc>
              <a:spcBef>
                <a:spcPts val="0"/>
              </a:spcBef>
              <a:spcAft>
                <a:spcPts val="0"/>
              </a:spcAft>
              <a:buClr>
                <a:srgbClr val="000000"/>
              </a:buClr>
              <a:buSzPts val="2800"/>
              <a:buFont typeface="Arial"/>
              <a:buNone/>
            </a:pPr>
            <a:r>
              <a:rPr b="0" i="0" lang="en" sz="2800" u="none" cap="none" strike="noStrike">
                <a:solidFill>
                  <a:srgbClr val="000000"/>
                </a:solidFill>
                <a:latin typeface="Times New Roman"/>
                <a:ea typeface="Times New Roman"/>
                <a:cs typeface="Times New Roman"/>
                <a:sym typeface="Times New Roman"/>
              </a:rPr>
              <a:t>Summer Undergraduate Research Conference (SURC), Friday, July 24</a:t>
            </a:r>
            <a:r>
              <a:rPr b="0" baseline="30000" i="0" lang="en" sz="2800" u="none" cap="none" strike="noStrike">
                <a:solidFill>
                  <a:srgbClr val="000000"/>
                </a:solidFill>
                <a:latin typeface="Times New Roman"/>
                <a:ea typeface="Times New Roman"/>
                <a:cs typeface="Times New Roman"/>
                <a:sym typeface="Times New Roman"/>
              </a:rPr>
              <a:t>th</a:t>
            </a:r>
            <a:r>
              <a:rPr b="0" i="0" lang="en" sz="2800" u="none" cap="none" strike="noStrike">
                <a:solidFill>
                  <a:srgbClr val="000000"/>
                </a:solidFill>
                <a:latin typeface="Times New Roman"/>
                <a:ea typeface="Times New Roman"/>
                <a:cs typeface="Times New Roman"/>
                <a:sym typeface="Times New Roman"/>
              </a:rPr>
              <a:t>,  2026</a:t>
            </a:r>
            <a:endParaRPr/>
          </a:p>
        </p:txBody>
      </p:sp>
      <p:sp>
        <p:nvSpPr>
          <p:cNvPr id="135" name="Google Shape;135;p14"/>
          <p:cNvSpPr/>
          <p:nvPr/>
        </p:nvSpPr>
        <p:spPr>
          <a:xfrm>
            <a:off x="15225120" y="31001110"/>
            <a:ext cx="12914803" cy="1023025"/>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 sz="1800" u="none" cap="none" strike="noStrike">
                <a:solidFill>
                  <a:schemeClr val="dk1"/>
                </a:solidFill>
                <a:latin typeface="Times New Roman"/>
                <a:ea typeface="Times New Roman"/>
                <a:cs typeface="Times New Roman"/>
                <a:sym typeface="Times New Roman"/>
              </a:rPr>
              <a:t>The 2022 gap coincided with high gas prices; the 2025 re-intensification occurred at gas prices down 45% from their 2022 average, separating the congestion phenomenon from the gas shock. Annual mean gap: $12.52 (2022), $10.44 (2025).</a:t>
            </a:r>
            <a:endParaRPr b="0" i="0" sz="180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